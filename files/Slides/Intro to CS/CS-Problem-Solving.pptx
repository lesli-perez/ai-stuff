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74" r:id="rId4"/>
    <p:sldId id="269" r:id="rId5"/>
    <p:sldId id="273" r:id="rId6"/>
    <p:sldId id="270" r:id="rId7"/>
    <p:sldId id="271" r:id="rId8"/>
    <p:sldId id="272" r:id="rId9"/>
    <p:sldId id="278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0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5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ett Tomai" userId="a0517d19-8a13-420e-9a07-d28fd4f12067" providerId="ADAL" clId="{5CF2F684-C32E-4FCC-9DB5-731F8BCD69D0}"/>
    <pc:docChg chg="custSel addSld delSld modSld">
      <pc:chgData name="Emmett Tomai" userId="a0517d19-8a13-420e-9a07-d28fd4f12067" providerId="ADAL" clId="{5CF2F684-C32E-4FCC-9DB5-731F8BCD69D0}" dt="2023-08-23T16:00:23.768" v="1129" actId="20577"/>
      <pc:docMkLst>
        <pc:docMk/>
      </pc:docMkLst>
      <pc:sldChg chg="del">
        <pc:chgData name="Emmett Tomai" userId="a0517d19-8a13-420e-9a07-d28fd4f12067" providerId="ADAL" clId="{5CF2F684-C32E-4FCC-9DB5-731F8BCD69D0}" dt="2023-08-23T15:37:54.881" v="531" actId="47"/>
        <pc:sldMkLst>
          <pc:docMk/>
          <pc:sldMk cId="2423409544" sldId="257"/>
        </pc:sldMkLst>
      </pc:sldChg>
      <pc:sldChg chg="modSp mod">
        <pc:chgData name="Emmett Tomai" userId="a0517d19-8a13-420e-9a07-d28fd4f12067" providerId="ADAL" clId="{5CF2F684-C32E-4FCC-9DB5-731F8BCD69D0}" dt="2023-08-23T16:00:23.768" v="1129" actId="20577"/>
        <pc:sldMkLst>
          <pc:docMk/>
          <pc:sldMk cId="1362164627" sldId="258"/>
        </pc:sldMkLst>
      </pc:sldChg>
      <pc:sldChg chg="modSp mod">
        <pc:chgData name="Emmett Tomai" userId="a0517d19-8a13-420e-9a07-d28fd4f12067" providerId="ADAL" clId="{5CF2F684-C32E-4FCC-9DB5-731F8BCD69D0}" dt="2023-08-23T15:38:31.222" v="589" actId="6549"/>
        <pc:sldMkLst>
          <pc:docMk/>
          <pc:sldMk cId="2157262045" sldId="259"/>
        </pc:sldMkLst>
      </pc:sldChg>
      <pc:sldChg chg="addSp delSp modSp new mod">
        <pc:chgData name="Emmett Tomai" userId="a0517d19-8a13-420e-9a07-d28fd4f12067" providerId="ADAL" clId="{5CF2F684-C32E-4FCC-9DB5-731F8BCD69D0}" dt="2023-08-23T15:37:41.761" v="530" actId="20577"/>
        <pc:sldMkLst>
          <pc:docMk/>
          <pc:sldMk cId="4133393277" sldId="262"/>
        </pc:sldMkLst>
      </pc:sldChg>
    </pc:docChg>
  </pc:docChgLst>
  <pc:docChgLst>
    <pc:chgData name="Emmett Tomai" userId="a0517d19-8a13-420e-9a07-d28fd4f12067" providerId="ADAL" clId="{8C6F8355-0F85-43FA-A389-1DD99F2E5511}"/>
    <pc:docChg chg="undo custSel addSld delSld modSld sldOrd addSection delSection">
      <pc:chgData name="Emmett Tomai" userId="a0517d19-8a13-420e-9a07-d28fd4f12067" providerId="ADAL" clId="{8C6F8355-0F85-43FA-A389-1DD99F2E5511}" dt="2025-07-10T15:30:50.019" v="5222" actId="255"/>
      <pc:docMkLst>
        <pc:docMk/>
      </pc:docMkLst>
      <pc:sldChg chg="modSp mod">
        <pc:chgData name="Emmett Tomai" userId="a0517d19-8a13-420e-9a07-d28fd4f12067" providerId="ADAL" clId="{8C6F8355-0F85-43FA-A389-1DD99F2E5511}" dt="2025-07-10T04:32:50.281" v="4477" actId="20577"/>
        <pc:sldMkLst>
          <pc:docMk/>
          <pc:sldMk cId="1362164627" sldId="258"/>
        </pc:sldMkLst>
      </pc:sldChg>
      <pc:sldChg chg="modSp mod">
        <pc:chgData name="Emmett Tomai" userId="a0517d19-8a13-420e-9a07-d28fd4f12067" providerId="ADAL" clId="{8C6F8355-0F85-43FA-A389-1DD99F2E5511}" dt="2025-07-10T04:21:07.933" v="3440" actId="20577"/>
        <pc:sldMkLst>
          <pc:docMk/>
          <pc:sldMk cId="2935863044" sldId="260"/>
        </pc:sldMkLst>
      </pc:sldChg>
      <pc:sldChg chg="addSp delSp modSp mod">
        <pc:chgData name="Emmett Tomai" userId="a0517d19-8a13-420e-9a07-d28fd4f12067" providerId="ADAL" clId="{8C6F8355-0F85-43FA-A389-1DD99F2E5511}" dt="2025-07-10T03:22:51.011" v="3152" actId="6549"/>
        <pc:sldMkLst>
          <pc:docMk/>
          <pc:sldMk cId="4133393277" sldId="262"/>
        </pc:sldMkLst>
      </pc:sldChg>
      <pc:sldChg chg="modSp new del mod ord">
        <pc:chgData name="Emmett Tomai" userId="a0517d19-8a13-420e-9a07-d28fd4f12067" providerId="ADAL" clId="{8C6F8355-0F85-43FA-A389-1DD99F2E5511}" dt="2025-07-10T03:16:35.117" v="2906" actId="47"/>
        <pc:sldMkLst>
          <pc:docMk/>
          <pc:sldMk cId="452338936" sldId="263"/>
        </pc:sldMkLst>
      </pc:sldChg>
      <pc:sldChg chg="modSp new del mod">
        <pc:chgData name="Emmett Tomai" userId="a0517d19-8a13-420e-9a07-d28fd4f12067" providerId="ADAL" clId="{8C6F8355-0F85-43FA-A389-1DD99F2E5511}" dt="2025-07-10T04:29:54.851" v="4105" actId="47"/>
        <pc:sldMkLst>
          <pc:docMk/>
          <pc:sldMk cId="3751332823" sldId="264"/>
        </pc:sldMkLst>
      </pc:sldChg>
      <pc:sldChg chg="modSp new mod ord">
        <pc:chgData name="Emmett Tomai" userId="a0517d19-8a13-420e-9a07-d28fd4f12067" providerId="ADAL" clId="{8C6F8355-0F85-43FA-A389-1DD99F2E5511}" dt="2025-07-10T04:38:34.524" v="5053" actId="20577"/>
        <pc:sldMkLst>
          <pc:docMk/>
          <pc:sldMk cId="1169958983" sldId="265"/>
        </pc:sldMkLst>
      </pc:sldChg>
      <pc:sldChg chg="addSp delSp modSp add mod">
        <pc:chgData name="Emmett Tomai" userId="a0517d19-8a13-420e-9a07-d28fd4f12067" providerId="ADAL" clId="{8C6F8355-0F85-43FA-A389-1DD99F2E5511}" dt="2025-07-10T02:41:29.098" v="619" actId="1076"/>
        <pc:sldMkLst>
          <pc:docMk/>
          <pc:sldMk cId="0" sldId="266"/>
        </pc:sldMkLst>
      </pc:sldChg>
      <pc:sldChg chg="modSp add mod">
        <pc:chgData name="Emmett Tomai" userId="a0517d19-8a13-420e-9a07-d28fd4f12067" providerId="ADAL" clId="{8C6F8355-0F85-43FA-A389-1DD99F2E5511}" dt="2025-07-10T03:19:07.257" v="3108" actId="20577"/>
        <pc:sldMkLst>
          <pc:docMk/>
          <pc:sldMk cId="0" sldId="267"/>
        </pc:sldMkLst>
      </pc:sldChg>
      <pc:sldChg chg="add del">
        <pc:chgData name="Emmett Tomai" userId="a0517d19-8a13-420e-9a07-d28fd4f12067" providerId="ADAL" clId="{8C6F8355-0F85-43FA-A389-1DD99F2E5511}" dt="2025-07-10T02:44:49.684" v="800" actId="47"/>
        <pc:sldMkLst>
          <pc:docMk/>
          <pc:sldMk cId="1009498045" sldId="268"/>
        </pc:sldMkLst>
      </pc:sldChg>
      <pc:sldChg chg="modSp add mod">
        <pc:chgData name="Emmett Tomai" userId="a0517d19-8a13-420e-9a07-d28fd4f12067" providerId="ADAL" clId="{8C6F8355-0F85-43FA-A389-1DD99F2E5511}" dt="2025-07-10T03:06:19.576" v="2525" actId="6549"/>
        <pc:sldMkLst>
          <pc:docMk/>
          <pc:sldMk cId="1054594347" sldId="269"/>
        </pc:sldMkLst>
      </pc:sldChg>
      <pc:sldChg chg="modSp new mod">
        <pc:chgData name="Emmett Tomai" userId="a0517d19-8a13-420e-9a07-d28fd4f12067" providerId="ADAL" clId="{8C6F8355-0F85-43FA-A389-1DD99F2E5511}" dt="2025-07-10T03:11:47.697" v="2806" actId="14"/>
        <pc:sldMkLst>
          <pc:docMk/>
          <pc:sldMk cId="2779232431" sldId="270"/>
        </pc:sldMkLst>
      </pc:sldChg>
      <pc:sldChg chg="modSp add mod">
        <pc:chgData name="Emmett Tomai" userId="a0517d19-8a13-420e-9a07-d28fd4f12067" providerId="ADAL" clId="{8C6F8355-0F85-43FA-A389-1DD99F2E5511}" dt="2025-07-10T03:12:25.803" v="2851" actId="20577"/>
        <pc:sldMkLst>
          <pc:docMk/>
          <pc:sldMk cId="1027095877" sldId="271"/>
        </pc:sldMkLst>
      </pc:sldChg>
      <pc:sldChg chg="modSp add mod">
        <pc:chgData name="Emmett Tomai" userId="a0517d19-8a13-420e-9a07-d28fd4f12067" providerId="ADAL" clId="{8C6F8355-0F85-43FA-A389-1DD99F2E5511}" dt="2025-07-10T03:03:04.980" v="2152" actId="255"/>
        <pc:sldMkLst>
          <pc:docMk/>
          <pc:sldMk cId="3944835569" sldId="272"/>
        </pc:sldMkLst>
      </pc:sldChg>
      <pc:sldChg chg="modSp add mod">
        <pc:chgData name="Emmett Tomai" userId="a0517d19-8a13-420e-9a07-d28fd4f12067" providerId="ADAL" clId="{8C6F8355-0F85-43FA-A389-1DD99F2E5511}" dt="2025-07-10T03:17:05.186" v="2980" actId="6549"/>
        <pc:sldMkLst>
          <pc:docMk/>
          <pc:sldMk cId="3086641546" sldId="273"/>
        </pc:sldMkLst>
      </pc:sldChg>
      <pc:sldChg chg="modSp add mod">
        <pc:chgData name="Emmett Tomai" userId="a0517d19-8a13-420e-9a07-d28fd4f12067" providerId="ADAL" clId="{8C6F8355-0F85-43FA-A389-1DD99F2E5511}" dt="2025-07-10T14:45:48.703" v="5056" actId="113"/>
        <pc:sldMkLst>
          <pc:docMk/>
          <pc:sldMk cId="117180552" sldId="274"/>
        </pc:sldMkLst>
      </pc:sldChg>
      <pc:sldChg chg="modSp add mod">
        <pc:chgData name="Emmett Tomai" userId="a0517d19-8a13-420e-9a07-d28fd4f12067" providerId="ADAL" clId="{8C6F8355-0F85-43FA-A389-1DD99F2E5511}" dt="2025-07-10T14:46:30.065" v="5132" actId="6549"/>
        <pc:sldMkLst>
          <pc:docMk/>
          <pc:sldMk cId="1098456001" sldId="275"/>
        </pc:sldMkLst>
      </pc:sldChg>
      <pc:sldChg chg="modSp new mod">
        <pc:chgData name="Emmett Tomai" userId="a0517d19-8a13-420e-9a07-d28fd4f12067" providerId="ADAL" clId="{8C6F8355-0F85-43FA-A389-1DD99F2E5511}" dt="2025-07-10T15:30:50.019" v="5222" actId="255"/>
        <pc:sldMkLst>
          <pc:docMk/>
          <pc:sldMk cId="2231611599" sldId="276"/>
        </pc:sldMkLst>
      </pc:sldChg>
      <pc:sldChg chg="modSp add mod">
        <pc:chgData name="Emmett Tomai" userId="a0517d19-8a13-420e-9a07-d28fd4f12067" providerId="ADAL" clId="{8C6F8355-0F85-43FA-A389-1DD99F2E5511}" dt="2025-07-10T03:20:58.765" v="3146" actId="20577"/>
        <pc:sldMkLst>
          <pc:docMk/>
          <pc:sldMk cId="1598330543" sldId="277"/>
        </pc:sldMkLst>
      </pc:sldChg>
      <pc:sldChg chg="add del">
        <pc:chgData name="Emmett Tomai" userId="a0517d19-8a13-420e-9a07-d28fd4f12067" providerId="ADAL" clId="{8C6F8355-0F85-43FA-A389-1DD99F2E5511}" dt="2025-07-10T04:21:51.326" v="3481" actId="47"/>
        <pc:sldMkLst>
          <pc:docMk/>
          <pc:sldMk cId="2287266145" sldId="278"/>
        </pc:sldMkLst>
      </pc:sldChg>
      <pc:sldChg chg="modSp add del mod">
        <pc:chgData name="Emmett Tomai" userId="a0517d19-8a13-420e-9a07-d28fd4f12067" providerId="ADAL" clId="{8C6F8355-0F85-43FA-A389-1DD99F2E5511}" dt="2025-07-10T04:21:54.307" v="3482" actId="47"/>
        <pc:sldMkLst>
          <pc:docMk/>
          <pc:sldMk cId="1330082738" sldId="279"/>
        </pc:sldMkLst>
      </pc:sldChg>
      <pc:sldChg chg="modSp add mod">
        <pc:chgData name="Emmett Tomai" userId="a0517d19-8a13-420e-9a07-d28fd4f12067" providerId="ADAL" clId="{8C6F8355-0F85-43FA-A389-1DD99F2E5511}" dt="2025-07-10T14:48:31.560" v="5169" actId="20577"/>
        <pc:sldMkLst>
          <pc:docMk/>
          <pc:sldMk cId="1833701708" sldId="280"/>
        </pc:sldMkLst>
      </pc:sldChg>
      <pc:sldChg chg="modSp add mod">
        <pc:chgData name="Emmett Tomai" userId="a0517d19-8a13-420e-9a07-d28fd4f12067" providerId="ADAL" clId="{8C6F8355-0F85-43FA-A389-1DD99F2E5511}" dt="2025-07-10T04:29:35.433" v="4104" actId="20577"/>
        <pc:sldMkLst>
          <pc:docMk/>
          <pc:sldMk cId="3909595005" sldId="281"/>
        </pc:sldMkLst>
      </pc:sldChg>
      <pc:sldChg chg="modSp add mod">
        <pc:chgData name="Emmett Tomai" userId="a0517d19-8a13-420e-9a07-d28fd4f12067" providerId="ADAL" clId="{8C6F8355-0F85-43FA-A389-1DD99F2E5511}" dt="2025-07-10T14:49:22.552" v="5180" actId="20577"/>
        <pc:sldMkLst>
          <pc:docMk/>
          <pc:sldMk cId="4231634405" sldId="282"/>
        </pc:sldMkLst>
      </pc:sldChg>
    </pc:docChg>
  </pc:docChgLst>
  <pc:docChgLst>
    <pc:chgData name="Emmett Tomai" userId="a0517d19-8a13-420e-9a07-d28fd4f12067" providerId="ADAL" clId="{8D93210D-4E85-4632-9FBC-A3BD87940668}"/>
    <pc:docChg chg="undo custSel addSld delSld modSld sldOrd">
      <pc:chgData name="Emmett Tomai" userId="a0517d19-8a13-420e-9a07-d28fd4f12067" providerId="ADAL" clId="{8D93210D-4E85-4632-9FBC-A3BD87940668}" dt="2023-06-25T03:21:23.468" v="1433" actId="5793"/>
      <pc:docMkLst>
        <pc:docMk/>
      </pc:docMkLst>
      <pc:sldChg chg="del">
        <pc:chgData name="Emmett Tomai" userId="a0517d19-8a13-420e-9a07-d28fd4f12067" providerId="ADAL" clId="{8D93210D-4E85-4632-9FBC-A3BD87940668}" dt="2023-06-25T03:18:36.671" v="1232" actId="47"/>
        <pc:sldMkLst>
          <pc:docMk/>
          <pc:sldMk cId="2532837909" sldId="256"/>
        </pc:sldMkLst>
      </pc:sldChg>
      <pc:sldChg chg="addSp delSp modSp mod ord">
        <pc:chgData name="Emmett Tomai" userId="a0517d19-8a13-420e-9a07-d28fd4f12067" providerId="ADAL" clId="{8D93210D-4E85-4632-9FBC-A3BD87940668}" dt="2023-06-25T03:19:22.184" v="1266" actId="20577"/>
        <pc:sldMkLst>
          <pc:docMk/>
          <pc:sldMk cId="2423409544" sldId="257"/>
        </pc:sldMkLst>
      </pc:sldChg>
      <pc:sldChg chg="modSp mod">
        <pc:chgData name="Emmett Tomai" userId="a0517d19-8a13-420e-9a07-d28fd4f12067" providerId="ADAL" clId="{8D93210D-4E85-4632-9FBC-A3BD87940668}" dt="2023-06-25T03:20:31.226" v="1430" actId="20577"/>
        <pc:sldMkLst>
          <pc:docMk/>
          <pc:sldMk cId="1362164627" sldId="258"/>
        </pc:sldMkLst>
      </pc:sldChg>
      <pc:sldChg chg="modSp mod">
        <pc:chgData name="Emmett Tomai" userId="a0517d19-8a13-420e-9a07-d28fd4f12067" providerId="ADAL" clId="{8D93210D-4E85-4632-9FBC-A3BD87940668}" dt="2023-06-25T03:21:23.468" v="1433" actId="5793"/>
        <pc:sldMkLst>
          <pc:docMk/>
          <pc:sldMk cId="2157262045" sldId="259"/>
        </pc:sldMkLst>
      </pc:sldChg>
      <pc:sldChg chg="modSp mod">
        <pc:chgData name="Emmett Tomai" userId="a0517d19-8a13-420e-9a07-d28fd4f12067" providerId="ADAL" clId="{8D93210D-4E85-4632-9FBC-A3BD87940668}" dt="2023-06-25T03:18:24.664" v="1231" actId="20577"/>
        <pc:sldMkLst>
          <pc:docMk/>
          <pc:sldMk cId="2935863044" sldId="260"/>
        </pc:sldMkLst>
      </pc:sldChg>
      <pc:sldChg chg="modSp new mod">
        <pc:chgData name="Emmett Tomai" userId="a0517d19-8a13-420e-9a07-d28fd4f12067" providerId="ADAL" clId="{8D93210D-4E85-4632-9FBC-A3BD87940668}" dt="2023-06-25T03:12:38.351" v="381" actId="20577"/>
        <pc:sldMkLst>
          <pc:docMk/>
          <pc:sldMk cId="2674192923" sldId="261"/>
        </pc:sldMkLst>
      </pc:sldChg>
    </pc:docChg>
  </pc:docChgLst>
  <pc:docChgLst>
    <pc:chgData name="Emmett Tomai" userId="a0517d19-8a13-420e-9a07-d28fd4f12067" providerId="ADAL" clId="{54B5FA8F-389C-4E44-97DA-D22A3FBDA130}"/>
    <pc:docChg chg="modSld">
      <pc:chgData name="Emmett Tomai" userId="a0517d19-8a13-420e-9a07-d28fd4f12067" providerId="ADAL" clId="{54B5FA8F-389C-4E44-97DA-D22A3FBDA130}" dt="2025-09-02T03:23:14.195" v="0"/>
      <pc:docMkLst>
        <pc:docMk/>
      </pc:docMkLst>
      <pc:sldChg chg="modSp">
        <pc:chgData name="Emmett Tomai" userId="a0517d19-8a13-420e-9a07-d28fd4f12067" providerId="ADAL" clId="{54B5FA8F-389C-4E44-97DA-D22A3FBDA130}" dt="2025-09-02T03:23:14.195" v="0"/>
        <pc:sldMkLst>
          <pc:docMk/>
          <pc:sldMk cId="0" sldId="267"/>
        </pc:sldMkLst>
        <pc:spChg chg="mod">
          <ac:chgData name="Emmett Tomai" userId="a0517d19-8a13-420e-9a07-d28fd4f12067" providerId="ADAL" clId="{54B5FA8F-389C-4E44-97DA-D22A3FBDA130}" dt="2025-09-02T03:23:14.195" v="0"/>
          <ac:spMkLst>
            <pc:docMk/>
            <pc:sldMk cId="0" sldId="267"/>
            <ac:spMk id="5123" creationId="{00000000-0000-0000-0000-000000000000}"/>
          </ac:spMkLst>
        </pc:spChg>
      </pc:sldChg>
    </pc:docChg>
  </pc:docChgLst>
  <pc:docChgLst>
    <pc:chgData name="Emmett Tomai" userId="a0517d19-8a13-420e-9a07-d28fd4f12067" providerId="ADAL" clId="{169FC15D-367B-420C-A039-57BB8E3E7D55}"/>
    <pc:docChg chg="undo custSel addSld delSld modSld">
      <pc:chgData name="Emmett Tomai" userId="a0517d19-8a13-420e-9a07-d28fd4f12067" providerId="ADAL" clId="{169FC15D-367B-420C-A039-57BB8E3E7D55}" dt="2025-09-02T03:44:26.093" v="1443" actId="47"/>
      <pc:docMkLst>
        <pc:docMk/>
      </pc:docMkLst>
      <pc:sldChg chg="add del">
        <pc:chgData name="Emmett Tomai" userId="a0517d19-8a13-420e-9a07-d28fd4f12067" providerId="ADAL" clId="{169FC15D-367B-420C-A039-57BB8E3E7D55}" dt="2025-09-02T03:35:54.766" v="636" actId="47"/>
        <pc:sldMkLst>
          <pc:docMk/>
          <pc:sldMk cId="1362164627" sldId="258"/>
        </pc:sldMkLst>
      </pc:sldChg>
      <pc:sldChg chg="add del">
        <pc:chgData name="Emmett Tomai" userId="a0517d19-8a13-420e-9a07-d28fd4f12067" providerId="ADAL" clId="{169FC15D-367B-420C-A039-57BB8E3E7D55}" dt="2025-09-02T03:35:54.766" v="636" actId="47"/>
        <pc:sldMkLst>
          <pc:docMk/>
          <pc:sldMk cId="2157262045" sldId="259"/>
        </pc:sldMkLst>
      </pc:sldChg>
      <pc:sldChg chg="add del">
        <pc:chgData name="Emmett Tomai" userId="a0517d19-8a13-420e-9a07-d28fd4f12067" providerId="ADAL" clId="{169FC15D-367B-420C-A039-57BB8E3E7D55}" dt="2025-09-02T03:35:54.766" v="636" actId="47"/>
        <pc:sldMkLst>
          <pc:docMk/>
          <pc:sldMk cId="2935863044" sldId="260"/>
        </pc:sldMkLst>
      </pc:sldChg>
      <pc:sldChg chg="add del">
        <pc:chgData name="Emmett Tomai" userId="a0517d19-8a13-420e-9a07-d28fd4f12067" providerId="ADAL" clId="{169FC15D-367B-420C-A039-57BB8E3E7D55}" dt="2025-09-02T03:35:54.766" v="636" actId="47"/>
        <pc:sldMkLst>
          <pc:docMk/>
          <pc:sldMk cId="2674192923" sldId="261"/>
        </pc:sldMkLst>
      </pc:sldChg>
      <pc:sldChg chg="add del">
        <pc:chgData name="Emmett Tomai" userId="a0517d19-8a13-420e-9a07-d28fd4f12067" providerId="ADAL" clId="{169FC15D-367B-420C-A039-57BB8E3E7D55}" dt="2025-09-02T03:35:54.766" v="636" actId="47"/>
        <pc:sldMkLst>
          <pc:docMk/>
          <pc:sldMk cId="4133393277" sldId="262"/>
        </pc:sldMkLst>
      </pc:sldChg>
      <pc:sldChg chg="add del">
        <pc:chgData name="Emmett Tomai" userId="a0517d19-8a13-420e-9a07-d28fd4f12067" providerId="ADAL" clId="{169FC15D-367B-420C-A039-57BB8E3E7D55}" dt="2025-09-02T03:42:54.150" v="1405" actId="47"/>
        <pc:sldMkLst>
          <pc:docMk/>
          <pc:sldMk cId="1169958983" sldId="265"/>
        </pc:sldMkLst>
      </pc:sldChg>
      <pc:sldChg chg="addSp modSp mod">
        <pc:chgData name="Emmett Tomai" userId="a0517d19-8a13-420e-9a07-d28fd4f12067" providerId="ADAL" clId="{169FC15D-367B-420C-A039-57BB8E3E7D55}" dt="2025-09-02T03:29:58.507" v="342" actId="1076"/>
        <pc:sldMkLst>
          <pc:docMk/>
          <pc:sldMk cId="0" sldId="266"/>
        </pc:sldMkLst>
        <pc:spChg chg="add mod">
          <ac:chgData name="Emmett Tomai" userId="a0517d19-8a13-420e-9a07-d28fd4f12067" providerId="ADAL" clId="{169FC15D-367B-420C-A039-57BB8E3E7D55}" dt="2025-09-02T03:29:12.028" v="324"/>
          <ac:spMkLst>
            <pc:docMk/>
            <pc:sldMk cId="0" sldId="266"/>
            <ac:spMk id="2" creationId="{9C8EA2D1-CC98-7C75-22BF-BDD54B0C542F}"/>
          </ac:spMkLst>
        </pc:spChg>
        <pc:picChg chg="mod">
          <ac:chgData name="Emmett Tomai" userId="a0517d19-8a13-420e-9a07-d28fd4f12067" providerId="ADAL" clId="{169FC15D-367B-420C-A039-57BB8E3E7D55}" dt="2025-09-02T03:29:51.270" v="337" actId="1076"/>
          <ac:picMkLst>
            <pc:docMk/>
            <pc:sldMk cId="0" sldId="266"/>
            <ac:picMk id="3" creationId="{6012382E-DFCA-51AE-7208-AEB65C2F9A59}"/>
          </ac:picMkLst>
        </pc:picChg>
        <pc:picChg chg="mod">
          <ac:chgData name="Emmett Tomai" userId="a0517d19-8a13-420e-9a07-d28fd4f12067" providerId="ADAL" clId="{169FC15D-367B-420C-A039-57BB8E3E7D55}" dt="2025-09-02T03:29:32.324" v="329" actId="1076"/>
          <ac:picMkLst>
            <pc:docMk/>
            <pc:sldMk cId="0" sldId="266"/>
            <ac:picMk id="6146" creationId="{00000000-0000-0000-0000-000000000000}"/>
          </ac:picMkLst>
        </pc:picChg>
        <pc:picChg chg="mod">
          <ac:chgData name="Emmett Tomai" userId="a0517d19-8a13-420e-9a07-d28fd4f12067" providerId="ADAL" clId="{169FC15D-367B-420C-A039-57BB8E3E7D55}" dt="2025-09-02T03:29:30.111" v="328" actId="1076"/>
          <ac:picMkLst>
            <pc:docMk/>
            <pc:sldMk cId="0" sldId="266"/>
            <ac:picMk id="6147" creationId="{00000000-0000-0000-0000-000000000000}"/>
          </ac:picMkLst>
        </pc:picChg>
        <pc:picChg chg="mod">
          <ac:chgData name="Emmett Tomai" userId="a0517d19-8a13-420e-9a07-d28fd4f12067" providerId="ADAL" clId="{169FC15D-367B-420C-A039-57BB8E3E7D55}" dt="2025-09-02T03:29:55.834" v="340" actId="1076"/>
          <ac:picMkLst>
            <pc:docMk/>
            <pc:sldMk cId="0" sldId="266"/>
            <ac:picMk id="6148" creationId="{00000000-0000-0000-0000-000000000000}"/>
          </ac:picMkLst>
        </pc:picChg>
        <pc:picChg chg="mod">
          <ac:chgData name="Emmett Tomai" userId="a0517d19-8a13-420e-9a07-d28fd4f12067" providerId="ADAL" clId="{169FC15D-367B-420C-A039-57BB8E3E7D55}" dt="2025-09-02T03:29:52.992" v="338" actId="1076"/>
          <ac:picMkLst>
            <pc:docMk/>
            <pc:sldMk cId="0" sldId="266"/>
            <ac:picMk id="6149" creationId="{00000000-0000-0000-0000-000000000000}"/>
          </ac:picMkLst>
        </pc:picChg>
        <pc:picChg chg="mod">
          <ac:chgData name="Emmett Tomai" userId="a0517d19-8a13-420e-9a07-d28fd4f12067" providerId="ADAL" clId="{169FC15D-367B-420C-A039-57BB8E3E7D55}" dt="2025-09-02T03:29:54.258" v="339" actId="1076"/>
          <ac:picMkLst>
            <pc:docMk/>
            <pc:sldMk cId="0" sldId="266"/>
            <ac:picMk id="6150" creationId="{00000000-0000-0000-0000-000000000000}"/>
          </ac:picMkLst>
        </pc:picChg>
        <pc:picChg chg="mod">
          <ac:chgData name="Emmett Tomai" userId="a0517d19-8a13-420e-9a07-d28fd4f12067" providerId="ADAL" clId="{169FC15D-367B-420C-A039-57BB8E3E7D55}" dt="2025-09-02T03:29:49.276" v="336" actId="1076"/>
          <ac:picMkLst>
            <pc:docMk/>
            <pc:sldMk cId="0" sldId="266"/>
            <ac:picMk id="6151" creationId="{00000000-0000-0000-0000-000000000000}"/>
          </ac:picMkLst>
        </pc:picChg>
        <pc:picChg chg="mod">
          <ac:chgData name="Emmett Tomai" userId="a0517d19-8a13-420e-9a07-d28fd4f12067" providerId="ADAL" clId="{169FC15D-367B-420C-A039-57BB8E3E7D55}" dt="2025-09-02T03:29:57.328" v="341" actId="1076"/>
          <ac:picMkLst>
            <pc:docMk/>
            <pc:sldMk cId="0" sldId="266"/>
            <ac:picMk id="6152" creationId="{00000000-0000-0000-0000-000000000000}"/>
          </ac:picMkLst>
        </pc:picChg>
        <pc:picChg chg="mod">
          <ac:chgData name="Emmett Tomai" userId="a0517d19-8a13-420e-9a07-d28fd4f12067" providerId="ADAL" clId="{169FC15D-367B-420C-A039-57BB8E3E7D55}" dt="2025-09-02T03:29:58.507" v="342" actId="1076"/>
          <ac:picMkLst>
            <pc:docMk/>
            <pc:sldMk cId="0" sldId="266"/>
            <ac:picMk id="6154" creationId="{00000000-0000-0000-0000-000000000000}"/>
          </ac:picMkLst>
        </pc:picChg>
      </pc:sldChg>
      <pc:sldChg chg="modSp mod">
        <pc:chgData name="Emmett Tomai" userId="a0517d19-8a13-420e-9a07-d28fd4f12067" providerId="ADAL" clId="{169FC15D-367B-420C-A039-57BB8E3E7D55}" dt="2025-09-02T03:33:36.173" v="625" actId="20577"/>
        <pc:sldMkLst>
          <pc:docMk/>
          <pc:sldMk cId="0" sldId="267"/>
        </pc:sldMkLst>
        <pc:spChg chg="mod">
          <ac:chgData name="Emmett Tomai" userId="a0517d19-8a13-420e-9a07-d28fd4f12067" providerId="ADAL" clId="{169FC15D-367B-420C-A039-57BB8E3E7D55}" dt="2025-09-02T03:33:36.173" v="625" actId="20577"/>
          <ac:spMkLst>
            <pc:docMk/>
            <pc:sldMk cId="0" sldId="267"/>
            <ac:spMk id="5123" creationId="{00000000-0000-0000-0000-000000000000}"/>
          </ac:spMkLst>
        </pc:spChg>
      </pc:sldChg>
      <pc:sldChg chg="modSp mod">
        <pc:chgData name="Emmett Tomai" userId="a0517d19-8a13-420e-9a07-d28fd4f12067" providerId="ADAL" clId="{169FC15D-367B-420C-A039-57BB8E3E7D55}" dt="2025-09-02T03:34:40.699" v="630" actId="14"/>
        <pc:sldMkLst>
          <pc:docMk/>
          <pc:sldMk cId="1054594347" sldId="269"/>
        </pc:sldMkLst>
        <pc:spChg chg="mod">
          <ac:chgData name="Emmett Tomai" userId="a0517d19-8a13-420e-9a07-d28fd4f12067" providerId="ADAL" clId="{169FC15D-367B-420C-A039-57BB8E3E7D55}" dt="2025-09-02T03:34:40.699" v="630" actId="14"/>
          <ac:spMkLst>
            <pc:docMk/>
            <pc:sldMk cId="1054594347" sldId="269"/>
            <ac:spMk id="5123" creationId="{6941359C-6B79-21D2-FEAA-6CE5A5F1AFF6}"/>
          </ac:spMkLst>
        </pc:spChg>
      </pc:sldChg>
      <pc:sldChg chg="modSp mod">
        <pc:chgData name="Emmett Tomai" userId="a0517d19-8a13-420e-9a07-d28fd4f12067" providerId="ADAL" clId="{169FC15D-367B-420C-A039-57BB8E3E7D55}" dt="2025-09-02T03:35:11.143" v="633" actId="20577"/>
        <pc:sldMkLst>
          <pc:docMk/>
          <pc:sldMk cId="3086641546" sldId="273"/>
        </pc:sldMkLst>
        <pc:spChg chg="mod">
          <ac:chgData name="Emmett Tomai" userId="a0517d19-8a13-420e-9a07-d28fd4f12067" providerId="ADAL" clId="{169FC15D-367B-420C-A039-57BB8E3E7D55}" dt="2025-09-02T03:35:11.143" v="633" actId="20577"/>
          <ac:spMkLst>
            <pc:docMk/>
            <pc:sldMk cId="3086641546" sldId="273"/>
            <ac:spMk id="5123" creationId="{98E3EFAB-BBD5-F980-26A8-DBCA21E859B3}"/>
          </ac:spMkLst>
        </pc:spChg>
      </pc:sldChg>
      <pc:sldChg chg="modSp mod">
        <pc:chgData name="Emmett Tomai" userId="a0517d19-8a13-420e-9a07-d28fd4f12067" providerId="ADAL" clId="{169FC15D-367B-420C-A039-57BB8E3E7D55}" dt="2025-09-02T03:33:45.394" v="626"/>
        <pc:sldMkLst>
          <pc:docMk/>
          <pc:sldMk cId="117180552" sldId="274"/>
        </pc:sldMkLst>
        <pc:spChg chg="mod">
          <ac:chgData name="Emmett Tomai" userId="a0517d19-8a13-420e-9a07-d28fd4f12067" providerId="ADAL" clId="{169FC15D-367B-420C-A039-57BB8E3E7D55}" dt="2025-09-02T03:33:45.394" v="626"/>
          <ac:spMkLst>
            <pc:docMk/>
            <pc:sldMk cId="117180552" sldId="274"/>
            <ac:spMk id="5123" creationId="{545E7D7A-1E95-192A-9848-5EE55ACF65B3}"/>
          </ac:spMkLst>
        </pc:spChg>
      </pc:sldChg>
      <pc:sldChg chg="modSp del mod">
        <pc:chgData name="Emmett Tomai" userId="a0517d19-8a13-420e-9a07-d28fd4f12067" providerId="ADAL" clId="{169FC15D-367B-420C-A039-57BB8E3E7D55}" dt="2025-09-02T03:34:48.600" v="631" actId="47"/>
        <pc:sldMkLst>
          <pc:docMk/>
          <pc:sldMk cId="1098456001" sldId="275"/>
        </pc:sldMkLst>
        <pc:spChg chg="mod">
          <ac:chgData name="Emmett Tomai" userId="a0517d19-8a13-420e-9a07-d28fd4f12067" providerId="ADAL" clId="{169FC15D-367B-420C-A039-57BB8E3E7D55}" dt="2025-09-02T03:32:34.976" v="456" actId="20577"/>
          <ac:spMkLst>
            <pc:docMk/>
            <pc:sldMk cId="1098456001" sldId="275"/>
            <ac:spMk id="2" creationId="{319FA4B7-6179-2F17-20FD-FDA1009034C7}"/>
          </ac:spMkLst>
        </pc:spChg>
        <pc:spChg chg="mod">
          <ac:chgData name="Emmett Tomai" userId="a0517d19-8a13-420e-9a07-d28fd4f12067" providerId="ADAL" clId="{169FC15D-367B-420C-A039-57BB8E3E7D55}" dt="2025-09-02T03:34:10.918" v="628" actId="20577"/>
          <ac:spMkLst>
            <pc:docMk/>
            <pc:sldMk cId="1098456001" sldId="275"/>
            <ac:spMk id="5123" creationId="{12802C6C-D9A7-9370-177A-37F70F08EA26}"/>
          </ac:spMkLst>
        </pc:spChg>
      </pc:sldChg>
      <pc:sldChg chg="add del">
        <pc:chgData name="Emmett Tomai" userId="a0517d19-8a13-420e-9a07-d28fd4f12067" providerId="ADAL" clId="{169FC15D-367B-420C-A039-57BB8E3E7D55}" dt="2025-09-02T03:35:54.766" v="636" actId="47"/>
        <pc:sldMkLst>
          <pc:docMk/>
          <pc:sldMk cId="2231611599" sldId="276"/>
        </pc:sldMkLst>
      </pc:sldChg>
      <pc:sldChg chg="del">
        <pc:chgData name="Emmett Tomai" userId="a0517d19-8a13-420e-9a07-d28fd4f12067" providerId="ADAL" clId="{169FC15D-367B-420C-A039-57BB8E3E7D55}" dt="2025-09-02T03:44:26.093" v="1443" actId="47"/>
        <pc:sldMkLst>
          <pc:docMk/>
          <pc:sldMk cId="1598330543" sldId="277"/>
        </pc:sldMkLst>
      </pc:sldChg>
      <pc:sldChg chg="modSp new mod">
        <pc:chgData name="Emmett Tomai" userId="a0517d19-8a13-420e-9a07-d28fd4f12067" providerId="ADAL" clId="{169FC15D-367B-420C-A039-57BB8E3E7D55}" dt="2025-09-02T03:43:47.578" v="1442" actId="27636"/>
        <pc:sldMkLst>
          <pc:docMk/>
          <pc:sldMk cId="2663123297" sldId="278"/>
        </pc:sldMkLst>
        <pc:spChg chg="mod">
          <ac:chgData name="Emmett Tomai" userId="a0517d19-8a13-420e-9a07-d28fd4f12067" providerId="ADAL" clId="{169FC15D-367B-420C-A039-57BB8E3E7D55}" dt="2025-09-02T03:36:20.325" v="660" actId="20577"/>
          <ac:spMkLst>
            <pc:docMk/>
            <pc:sldMk cId="2663123297" sldId="278"/>
            <ac:spMk id="2" creationId="{C7924BA7-6030-1C90-B89F-BF2201D425D1}"/>
          </ac:spMkLst>
        </pc:spChg>
        <pc:spChg chg="mod">
          <ac:chgData name="Emmett Tomai" userId="a0517d19-8a13-420e-9a07-d28fd4f12067" providerId="ADAL" clId="{169FC15D-367B-420C-A039-57BB8E3E7D55}" dt="2025-09-02T03:43:47.578" v="1442" actId="27636"/>
          <ac:spMkLst>
            <pc:docMk/>
            <pc:sldMk cId="2663123297" sldId="278"/>
            <ac:spMk id="3" creationId="{F203660A-5844-0349-962F-15388ADD6DD8}"/>
          </ac:spMkLst>
        </pc:spChg>
      </pc:sldChg>
      <pc:sldChg chg="add del">
        <pc:chgData name="Emmett Tomai" userId="a0517d19-8a13-420e-9a07-d28fd4f12067" providerId="ADAL" clId="{169FC15D-367B-420C-A039-57BB8E3E7D55}" dt="2025-09-02T03:43:34.854" v="1439" actId="47"/>
        <pc:sldMkLst>
          <pc:docMk/>
          <pc:sldMk cId="1618187584" sldId="279"/>
        </pc:sldMkLst>
      </pc:sldChg>
      <pc:sldChg chg="add">
        <pc:chgData name="Emmett Tomai" userId="a0517d19-8a13-420e-9a07-d28fd4f12067" providerId="ADAL" clId="{169FC15D-367B-420C-A039-57BB8E3E7D55}" dt="2025-09-02T03:43:43.349" v="1440"/>
        <pc:sldMkLst>
          <pc:docMk/>
          <pc:sldMk cId="3657953351" sldId="279"/>
        </pc:sldMkLst>
      </pc:sldChg>
      <pc:sldChg chg="add del">
        <pc:chgData name="Emmett Tomai" userId="a0517d19-8a13-420e-9a07-d28fd4f12067" providerId="ADAL" clId="{169FC15D-367B-420C-A039-57BB8E3E7D55}" dt="2025-09-02T03:35:54.766" v="636" actId="47"/>
        <pc:sldMkLst>
          <pc:docMk/>
          <pc:sldMk cId="1833701708" sldId="280"/>
        </pc:sldMkLst>
      </pc:sldChg>
      <pc:sldChg chg="add del">
        <pc:chgData name="Emmett Tomai" userId="a0517d19-8a13-420e-9a07-d28fd4f12067" providerId="ADAL" clId="{169FC15D-367B-420C-A039-57BB8E3E7D55}" dt="2025-09-02T03:35:54.766" v="636" actId="47"/>
        <pc:sldMkLst>
          <pc:docMk/>
          <pc:sldMk cId="3909595005" sldId="281"/>
        </pc:sldMkLst>
      </pc:sldChg>
      <pc:sldChg chg="add del">
        <pc:chgData name="Emmett Tomai" userId="a0517d19-8a13-420e-9a07-d28fd4f12067" providerId="ADAL" clId="{169FC15D-367B-420C-A039-57BB8E3E7D55}" dt="2025-09-02T03:35:54.766" v="636" actId="47"/>
        <pc:sldMkLst>
          <pc:docMk/>
          <pc:sldMk cId="4231634405" sldId="282"/>
        </pc:sldMkLst>
      </pc:sldChg>
    </pc:docChg>
  </pc:docChgLst>
  <pc:docChgLst>
    <pc:chgData name="Emmett Tomai" userId="a0517d19-8a13-420e-9a07-d28fd4f12067" providerId="ADAL" clId="{A772DE83-FDE9-4652-B76C-8BDADDFDDC79}"/>
    <pc:docChg chg="custSel modSld">
      <pc:chgData name="Emmett Tomai" userId="a0517d19-8a13-420e-9a07-d28fd4f12067" providerId="ADAL" clId="{A772DE83-FDE9-4652-B76C-8BDADDFDDC79}" dt="2023-12-15T14:47:39.035" v="61" actId="27636"/>
      <pc:docMkLst>
        <pc:docMk/>
      </pc:docMkLst>
      <pc:sldChg chg="modSp mod">
        <pc:chgData name="Emmett Tomai" userId="a0517d19-8a13-420e-9a07-d28fd4f12067" providerId="ADAL" clId="{A772DE83-FDE9-4652-B76C-8BDADDFDDC79}" dt="2023-12-15T14:47:39.035" v="61" actId="27636"/>
        <pc:sldMkLst>
          <pc:docMk/>
          <pc:sldMk cId="1362164627" sldId="258"/>
        </pc:sldMkLst>
      </pc:sldChg>
      <pc:sldChg chg="modSp mod">
        <pc:chgData name="Emmett Tomai" userId="a0517d19-8a13-420e-9a07-d28fd4f12067" providerId="ADAL" clId="{A772DE83-FDE9-4652-B76C-8BDADDFDDC79}" dt="2023-12-15T14:46:34.880" v="2" actId="20577"/>
        <pc:sldMkLst>
          <pc:docMk/>
          <pc:sldMk cId="2935863044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E1A1-B399-5C7E-A190-EEFB3085A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6DF64-E346-6C46-E12A-944DE444E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F493D-5867-A735-079F-9F756D21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F4D92-961E-6871-DE2F-05C82CEB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08926-4CB0-FDB2-209A-2D64CA113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9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0FA81-2C98-6D98-F9CA-07A70527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DE97C-7E37-C594-3216-155DC339B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25A74-D4F6-5AF9-5340-B48E2E147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78E45-18EC-311D-215C-E5CA342D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52558-BF8C-1DC2-70DA-91710CBE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9E217-D706-AAFE-3B8D-B8718176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66B05-A907-3B48-907A-D4ACB8EE6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C89DC-0553-B41E-20C0-7A01A83B6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9240A-374D-E5B5-4FAA-EE4DF81F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73412-6DD0-6CE8-EAB5-083DD55B3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0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3081D-AE7A-FB1D-B6E7-3EE385CCB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4C7C7-E21E-A095-1B8B-D802D11C13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8CCE3-C7F2-C917-287A-1E54C401C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35BF4-8B1C-4DAC-6EB5-2662AA210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2DC69-708A-C0CF-7723-F8CECDAC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E7852-9648-A8BF-38C2-ABC6FCAC1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1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A473-03E1-B6C9-CE85-F979BA1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93A7E-8414-1CE0-C7D1-4F7DD8940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A961B-9AC6-E535-DD22-62790B9FA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8969B-3039-8F28-5DA0-30D6B71D5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72366-8DC2-6574-35F9-80EEDE459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BEB0B-D3EC-1724-27EF-7BA34A45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FC0842-8863-3B67-1079-69AED7402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9FD55-7FC6-6C85-08A2-5D579143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5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CECF-6000-F790-9E7C-3D209F75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EB40C4-2A90-B641-5780-B6875B97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304297-5462-9E47-ABF7-0FC76F5E4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D2488-FC05-ACDF-CB7C-54BF68F0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07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8572CD-14C1-6A57-785A-38DA0F5C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4B000-D7B9-5F7C-8F6E-73B31D155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D1365-87EC-53E9-BBFB-3CC3F496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8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E264F-3F7A-B72C-F6E3-4FBB17E3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2A85-7DFC-9F22-2185-7C5C23916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20D40-5DFC-C370-2159-90FE37A79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533B9-4F9A-D7C9-0B03-C59C61A3E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42264-B055-6104-DACF-AE7111AAA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F5A9F-5B41-0FA6-D070-C0373EA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3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17F4-07B8-0D83-7C1C-042A7358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B98B98-6C5E-DEE1-1DF2-798A79E03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FF92C-E5EB-FB20-4FBB-D93C153F3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D2DBE-1A97-5A1C-9D12-E2E0ECCD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E1C83-D58B-0918-7ADF-2A2FE20B9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FDD08-4065-904C-3520-8D38366A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3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5097-2908-5AEB-04D0-D83D092B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7C712-3F63-9F16-0250-7B69E9C47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1AD83-2D2A-5A78-4204-03F0E60F3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F62B0-98C7-D708-31D8-9BA8AD21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01596-2140-D80E-CF07-D0A30568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75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449235-12E2-3AF1-96A5-3ACF0D939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7B333-549A-B25C-212C-EC63AEA77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F8CC2-A912-1971-E5CA-E5F06FC6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DEB30-5860-E81D-BDF4-ED3EC1228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2D3D1-AFF1-51B1-41B8-A1D17183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9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CBAB42-A24F-7BFA-E15A-A834664A4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43BD8-2A13-57F1-9CFB-BFDCBC320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246C6-3421-1847-126E-B7560B033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1E3A7-CA94-4123-A293-36342831272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FCB4D-EAA2-0395-DEBC-4C1DB5862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B68FD-5285-EA5A-F243-FA13F8429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90C98-1140-46C5-8469-945DF99C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8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image.examiner.com/images/blog/wysiwyg/Image/antique_phon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8953" y="3075702"/>
            <a:ext cx="1128713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6" descr="http://mentalfloss.cachefly.net/wp-content/uploads/2008/12/29-Calculator-Jumb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23637" y="1596422"/>
            <a:ext cx="1339406" cy="1183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8" descr="http://www.cbc.ca/thehour/blog/images/Checker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50463" y="5002214"/>
            <a:ext cx="1525016" cy="114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10" descr="http://www.bernarrmacfadden.com/ency/sets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65904" y="5303997"/>
            <a:ext cx="2578481" cy="1331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12" descr="http://static.blip.tv/TechEBlog-Boombox713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734810" y="5215748"/>
            <a:ext cx="1444752" cy="113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Picture 14" descr="http://wpcontent.answers.com/wikipedia/commons/thumb/d/d6/Wall_clock.jpg/300px-Wall_clock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14923" y="1398017"/>
            <a:ext cx="1266667" cy="1309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2" name="Picture 16" descr="http://storage.canoe.ca/v1/blogs-prod-static/mediam/television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185097" y="2815647"/>
            <a:ext cx="1591485" cy="1963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4" name="Picture 4" descr="http://www.officemuseum.com/1911_Howieson_Calculating_Machine_w_Underwood_No._5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275800" y="1410396"/>
            <a:ext cx="1903762" cy="1685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12382E-DFCA-51AE-7208-AEB65C2F9A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0690" y="3253854"/>
            <a:ext cx="1267870" cy="1417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8EA2D1-CC98-7C75-22BF-BDD54B0C5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Programmable Machines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Programmable Machines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9372600" cy="5105400"/>
          </a:xfrm>
        </p:spPr>
        <p:txBody>
          <a:bodyPr/>
          <a:lstStyle/>
          <a:p>
            <a:r>
              <a:rPr lang="en-US" dirty="0"/>
              <a:t>Computers are </a:t>
            </a:r>
            <a:r>
              <a:rPr lang="en-US" b="1" dirty="0"/>
              <a:t>programmable</a:t>
            </a:r>
          </a:p>
          <a:p>
            <a:pPr lvl="1" eaLnBrk="1" hangingPunct="1"/>
            <a:r>
              <a:rPr lang="en-US" dirty="0"/>
              <a:t>Unlike other machines, it’s cheap and easy to tell a computer how to solve a new problem</a:t>
            </a:r>
          </a:p>
          <a:p>
            <a:pPr lvl="2"/>
            <a:r>
              <a:rPr lang="en-US" dirty="0"/>
              <a:t>Even a problem that no one had thought of when they made the computer!</a:t>
            </a:r>
          </a:p>
          <a:p>
            <a:pPr lvl="1" eaLnBrk="1" hangingPunct="1"/>
            <a:r>
              <a:rPr lang="en-US" dirty="0"/>
              <a:t>This is what makes computing such a powerful tool</a:t>
            </a:r>
          </a:p>
          <a:p>
            <a:pPr marL="0" indent="0" eaLnBrk="1" hangingPunct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6174-1DA8-0AAD-CB8D-0A4F72DAF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486B-E9EA-6CD1-BF08-6B40ABB5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Programmable Machines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545E7D7A-1E95-192A-9848-5EE55ACF6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9372600" cy="5105400"/>
          </a:xfrm>
        </p:spPr>
        <p:txBody>
          <a:bodyPr/>
          <a:lstStyle/>
          <a:p>
            <a:pPr eaLnBrk="1" hangingPunct="1"/>
            <a:r>
              <a:rPr lang="en-US" dirty="0"/>
              <a:t>Computers are </a:t>
            </a:r>
            <a:r>
              <a:rPr lang="en-US" b="1" dirty="0"/>
              <a:t>programmable</a:t>
            </a:r>
          </a:p>
          <a:p>
            <a:pPr lvl="1" eaLnBrk="1" hangingPunct="1"/>
            <a:r>
              <a:rPr lang="en-US" dirty="0"/>
              <a:t>Unlike other machines, it’s cheap and easy to tell a computer how to solve a new problem</a:t>
            </a:r>
          </a:p>
          <a:p>
            <a:pPr lvl="2"/>
            <a:r>
              <a:rPr lang="en-US" dirty="0"/>
              <a:t>Even a problem that no one had thought of when they made the computer!</a:t>
            </a:r>
          </a:p>
          <a:p>
            <a:pPr lvl="1"/>
            <a:r>
              <a:rPr lang="en-US" dirty="0"/>
              <a:t>This is what makes computing such a powerful tool</a:t>
            </a:r>
          </a:p>
          <a:p>
            <a:pPr lvl="1" eaLnBrk="1" hangingPunct="1"/>
            <a:endParaRPr lang="en-US" dirty="0"/>
          </a:p>
          <a:p>
            <a:r>
              <a:rPr lang="en-US" dirty="0"/>
              <a:t>Computer Science is the </a:t>
            </a:r>
            <a:r>
              <a:rPr lang="en-US" b="1" dirty="0"/>
              <a:t>science</a:t>
            </a:r>
            <a:r>
              <a:rPr lang="en-US" dirty="0"/>
              <a:t> and </a:t>
            </a:r>
            <a:r>
              <a:rPr lang="en-US" b="1" dirty="0"/>
              <a:t>practice</a:t>
            </a:r>
            <a:r>
              <a:rPr lang="en-US" dirty="0"/>
              <a:t> of </a:t>
            </a:r>
            <a:r>
              <a:rPr lang="en-US" b="1" dirty="0"/>
              <a:t>solving problems </a:t>
            </a:r>
            <a:r>
              <a:rPr lang="en-US" dirty="0"/>
              <a:t>using </a:t>
            </a:r>
            <a:r>
              <a:rPr lang="en-US" b="1" dirty="0"/>
              <a:t>computing</a:t>
            </a:r>
          </a:p>
          <a:p>
            <a:pPr lvl="1"/>
            <a:r>
              <a:rPr lang="en-US" dirty="0"/>
              <a:t>The Science:</a:t>
            </a:r>
          </a:p>
          <a:p>
            <a:pPr lvl="2"/>
            <a:r>
              <a:rPr lang="en-US" dirty="0"/>
              <a:t>What is computing? How does it work? What can and can’t it do?</a:t>
            </a:r>
          </a:p>
          <a:p>
            <a:pPr lvl="1"/>
            <a:r>
              <a:rPr lang="en-US" dirty="0"/>
              <a:t>The Practice:</a:t>
            </a:r>
          </a:p>
          <a:p>
            <a:pPr lvl="2"/>
            <a:r>
              <a:rPr lang="en-US" dirty="0"/>
              <a:t>How to you solve real-world problems with computing?</a:t>
            </a:r>
          </a:p>
          <a:p>
            <a:pPr lvl="1"/>
            <a:endParaRPr lang="en-US" dirty="0"/>
          </a:p>
          <a:p>
            <a:pPr marL="0" indent="0" eaLnBrk="1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8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EDB7-781E-F4E5-12C2-BB2904F1B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54E1C-6CA2-3299-F6F0-BE6ACE7F4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What Problems?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6941359C-6B79-21D2-FEAA-6CE5A5F1A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9372600" cy="5105400"/>
          </a:xfrm>
        </p:spPr>
        <p:txBody>
          <a:bodyPr/>
          <a:lstStyle/>
          <a:p>
            <a:r>
              <a:rPr lang="en-US" dirty="0"/>
              <a:t>What kind of problems do you want to solve?</a:t>
            </a:r>
          </a:p>
          <a:p>
            <a:pPr lvl="1"/>
            <a:r>
              <a:rPr lang="en-US" dirty="0"/>
              <a:t>Can computing help with that?</a:t>
            </a:r>
          </a:p>
        </p:txBody>
      </p:sp>
    </p:spTree>
    <p:extLst>
      <p:ext uri="{BB962C8B-B14F-4D97-AF65-F5344CB8AC3E}">
        <p14:creationId xmlns:p14="http://schemas.microsoft.com/office/powerpoint/2010/main" val="1054594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817D2-F68C-E92E-D4DF-8BF22DBD9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CE6C3-1489-5951-E45C-E9B22CB5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What Problems?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98E3EFAB-BBD5-F980-26A8-DBCA21E85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9372600" cy="5105400"/>
          </a:xfrm>
        </p:spPr>
        <p:txBody>
          <a:bodyPr/>
          <a:lstStyle/>
          <a:p>
            <a:r>
              <a:rPr lang="en-US" dirty="0"/>
              <a:t>What kind of problems do you want to solve?</a:t>
            </a:r>
          </a:p>
          <a:p>
            <a:pPr lvl="1"/>
            <a:r>
              <a:rPr lang="en-US" dirty="0"/>
              <a:t>Can computing help with that?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Computing is processing data</a:t>
            </a:r>
          </a:p>
          <a:p>
            <a:pPr lvl="1"/>
            <a:r>
              <a:rPr lang="en-US" dirty="0"/>
              <a:t>Data (numbers, text, images, videos)</a:t>
            </a:r>
          </a:p>
          <a:p>
            <a:pPr lvl="1"/>
            <a:r>
              <a:rPr lang="en-US" dirty="0"/>
              <a:t>Input (user interaction, data sources, sensors)</a:t>
            </a:r>
          </a:p>
          <a:p>
            <a:pPr lvl="1"/>
            <a:r>
              <a:rPr lang="en-US" dirty="0"/>
              <a:t>Output (screens, audio, electronics including other computers)</a:t>
            </a:r>
          </a:p>
          <a:p>
            <a:pPr lvl="1"/>
            <a:endParaRPr lang="en-US" dirty="0"/>
          </a:p>
          <a:p>
            <a:r>
              <a:rPr lang="en-US" dirty="0"/>
              <a:t>Examples: alarm, text messages, drone flight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64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65112-F468-6150-8CD6-36BE7A8A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837BF-3A10-04EC-6A49-32F4DA6A5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you have a touchscreen that you can put on any object in your house, turning it into a computer</a:t>
            </a:r>
          </a:p>
          <a:p>
            <a:pPr lvl="1"/>
            <a:r>
              <a:rPr lang="en-US" dirty="0"/>
              <a:t>It can have sensors, connect to the internet, control other devices</a:t>
            </a:r>
          </a:p>
          <a:p>
            <a:pPr lvl="1"/>
            <a:endParaRPr lang="en-US" dirty="0"/>
          </a:p>
          <a:p>
            <a:r>
              <a:rPr lang="en-US" dirty="0"/>
              <a:t>Example: digital thermostat</a:t>
            </a:r>
          </a:p>
          <a:p>
            <a:endParaRPr lang="en-US" dirty="0"/>
          </a:p>
          <a:p>
            <a:r>
              <a:rPr lang="en-US" dirty="0"/>
              <a:t>What kinds of problems could you solve?</a:t>
            </a:r>
          </a:p>
          <a:p>
            <a:pPr lvl="1"/>
            <a:r>
              <a:rPr lang="en-US" dirty="0"/>
              <a:t>What data is involved and how does the computer use it?</a:t>
            </a:r>
          </a:p>
        </p:txBody>
      </p:sp>
    </p:spTree>
    <p:extLst>
      <p:ext uri="{BB962C8B-B14F-4D97-AF65-F5344CB8AC3E}">
        <p14:creationId xmlns:p14="http://schemas.microsoft.com/office/powerpoint/2010/main" val="2779232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A5963-B7AA-E906-FC9E-84D30E43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479E-9476-B782-FDB7-392F3342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54B0E-B404-223B-F7F2-795D70464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you have Augmented Reality (AR) glasses that can display objects as if they were in the real world</a:t>
            </a:r>
          </a:p>
          <a:p>
            <a:pPr lvl="1"/>
            <a:r>
              <a:rPr lang="en-US" dirty="0"/>
              <a:t>You can connect to wearable sensors, the internet, control other devices</a:t>
            </a:r>
          </a:p>
          <a:p>
            <a:endParaRPr lang="en-US" dirty="0"/>
          </a:p>
          <a:p>
            <a:r>
              <a:rPr lang="en-US" dirty="0"/>
              <a:t>Example: friend locator</a:t>
            </a:r>
          </a:p>
          <a:p>
            <a:endParaRPr lang="en-US" dirty="0"/>
          </a:p>
          <a:p>
            <a:r>
              <a:rPr lang="en-US" dirty="0"/>
              <a:t>What kinds of problems could you solve?</a:t>
            </a:r>
          </a:p>
          <a:p>
            <a:pPr lvl="1"/>
            <a:r>
              <a:rPr lang="en-US" dirty="0"/>
              <a:t>What data is involved and how does the computer use it?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095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BEF99-7ADD-2267-75D9-21ECAE6D3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CA8CD-63D8-AB98-019F-8F5204FA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A7367-D7E2-3E2D-1DD6-C8E051840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90% of Americans carry a smartphone</a:t>
            </a:r>
          </a:p>
          <a:p>
            <a:pPr lvl="1"/>
            <a:r>
              <a:rPr lang="en-US" dirty="0"/>
              <a:t>Everybody has a computer with them!</a:t>
            </a:r>
          </a:p>
          <a:p>
            <a:r>
              <a:rPr lang="en-US" dirty="0"/>
              <a:t>We have smart homes, cars, offices, schools, hospitals…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4000" dirty="0"/>
              <a:t>What kinds of problems do you want to solve?</a:t>
            </a:r>
          </a:p>
        </p:txBody>
      </p:sp>
    </p:spTree>
    <p:extLst>
      <p:ext uri="{BB962C8B-B14F-4D97-AF65-F5344CB8AC3E}">
        <p14:creationId xmlns:p14="http://schemas.microsoft.com/office/powerpoint/2010/main" val="3944835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4BA7-6030-1C90-B89F-BF2201D42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660A-5844-0349-962F-15388ADD6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big topic right now</a:t>
            </a:r>
          </a:p>
          <a:p>
            <a:pPr lvl="1"/>
            <a:r>
              <a:rPr lang="en-US" dirty="0"/>
              <a:t>What is “Generative AI”? How does it work?</a:t>
            </a:r>
          </a:p>
          <a:p>
            <a:pPr lvl="1"/>
            <a:r>
              <a:rPr lang="en-US" dirty="0"/>
              <a:t>What problems can it solve?</a:t>
            </a:r>
          </a:p>
          <a:p>
            <a:pPr lvl="1"/>
            <a:r>
              <a:rPr lang="en-US" dirty="0"/>
              <a:t>What are its limitations? Costs? Dangers?</a:t>
            </a:r>
          </a:p>
          <a:p>
            <a:pPr lvl="1"/>
            <a:r>
              <a:rPr lang="en-US" dirty="0"/>
              <a:t>As a student, how should you approach AI?</a:t>
            </a:r>
          </a:p>
          <a:p>
            <a:pPr lvl="1"/>
            <a:r>
              <a:rPr lang="en-US" dirty="0"/>
              <a:t>What should your instructors be doing with it?</a:t>
            </a:r>
          </a:p>
          <a:p>
            <a:pPr lvl="1"/>
            <a:r>
              <a:rPr lang="en-US" dirty="0"/>
              <a:t>What policies should the University have?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12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BEC5-D184-770B-BC6E-1D06FC68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D42A-D9A5-FC25-CE48-5799D92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683E3-0553-57F0-2F2A-A91EF3826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big topic right now</a:t>
            </a:r>
          </a:p>
          <a:p>
            <a:pPr lvl="1"/>
            <a:r>
              <a:rPr lang="en-US" dirty="0"/>
              <a:t>What is “Generative AI”? How does it work?</a:t>
            </a:r>
          </a:p>
          <a:p>
            <a:pPr lvl="1"/>
            <a:r>
              <a:rPr lang="en-US" dirty="0"/>
              <a:t>What problems can it solve?</a:t>
            </a:r>
          </a:p>
          <a:p>
            <a:pPr lvl="1"/>
            <a:r>
              <a:rPr lang="en-US" dirty="0"/>
              <a:t>What are its limitations? Costs? Dangers?</a:t>
            </a:r>
          </a:p>
          <a:p>
            <a:pPr lvl="1"/>
            <a:r>
              <a:rPr lang="en-US" dirty="0"/>
              <a:t>As a student, how should you approach AI?</a:t>
            </a:r>
          </a:p>
          <a:p>
            <a:pPr lvl="1"/>
            <a:r>
              <a:rPr lang="en-US" dirty="0"/>
              <a:t>What should your instructors be doing with it?</a:t>
            </a:r>
          </a:p>
          <a:p>
            <a:pPr lvl="1"/>
            <a:r>
              <a:rPr lang="en-US" dirty="0"/>
              <a:t>What policies should the University have?</a:t>
            </a:r>
          </a:p>
          <a:p>
            <a:pPr lvl="1"/>
            <a:endParaRPr lang="en-US" dirty="0"/>
          </a:p>
          <a:p>
            <a:r>
              <a:rPr lang="en-US" dirty="0"/>
              <a:t>A Computer Scientist is an expert on computing</a:t>
            </a:r>
          </a:p>
          <a:p>
            <a:pPr lvl="1"/>
            <a:r>
              <a:rPr lang="en-US" dirty="0"/>
              <a:t>You have to always be learning</a:t>
            </a:r>
          </a:p>
          <a:p>
            <a:pPr lvl="1"/>
            <a:r>
              <a:rPr lang="en-US" dirty="0"/>
              <a:t>Staying ahead of it is a big challenge</a:t>
            </a:r>
          </a:p>
        </p:txBody>
      </p:sp>
    </p:spTree>
    <p:extLst>
      <p:ext uri="{BB962C8B-B14F-4D97-AF65-F5344CB8AC3E}">
        <p14:creationId xmlns:p14="http://schemas.microsoft.com/office/powerpoint/2010/main" val="3657953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524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Programmable Machines</vt:lpstr>
      <vt:lpstr>Programmable Machines</vt:lpstr>
      <vt:lpstr>Programmable Machines</vt:lpstr>
      <vt:lpstr>What Problems?</vt:lpstr>
      <vt:lpstr>What Problems?</vt:lpstr>
      <vt:lpstr>What Problems?</vt:lpstr>
      <vt:lpstr>What Problems?</vt:lpstr>
      <vt:lpstr>What Problems?</vt:lpstr>
      <vt:lpstr>Artificial Intelligence</vt:lpstr>
      <vt:lpstr>Artificial Intelligence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Emmett Tomai</dc:creator>
  <cp:lastModifiedBy>Emmett Tomai</cp:lastModifiedBy>
  <cp:revision>1</cp:revision>
  <dcterms:created xsi:type="dcterms:W3CDTF">2023-06-25T02:05:49Z</dcterms:created>
  <dcterms:modified xsi:type="dcterms:W3CDTF">2025-09-02T03:44:27Z</dcterms:modified>
</cp:coreProperties>
</file>