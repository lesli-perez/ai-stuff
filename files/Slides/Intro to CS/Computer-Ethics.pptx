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7" r:id="rId5"/>
    <p:sldId id="268" r:id="rId6"/>
    <p:sldId id="276" r:id="rId7"/>
    <p:sldId id="272" r:id="rId8"/>
    <p:sldId id="273" r:id="rId9"/>
    <p:sldId id="274" r:id="rId10"/>
    <p:sldId id="277" r:id="rId11"/>
    <p:sldId id="278" r:id="rId12"/>
    <p:sldId id="275" r:id="rId13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2D73F2-C90D-138C-F8AB-AE5B5FF380A5}" v="11" dt="2025-01-29T18:04:25.573"/>
    <p1510:client id="{E66207E5-CF03-A04F-96DF-66C38253ED70}" v="63" dt="2025-01-29T06:45:20.8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39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Narcia" userId="S::christian.narcia01@utrgv.edu::3d7b503e-77ef-4391-a6de-374f4125796c" providerId="AD" clId="Web-{DE2D73F2-C90D-138C-F8AB-AE5B5FF380A5}"/>
    <pc:docChg chg="modSld">
      <pc:chgData name="Christian Narcia" userId="S::christian.narcia01@utrgv.edu::3d7b503e-77ef-4391-a6de-374f4125796c" providerId="AD" clId="Web-{DE2D73F2-C90D-138C-F8AB-AE5B5FF380A5}" dt="2025-01-29T18:04:23.230" v="8" actId="20577"/>
      <pc:docMkLst>
        <pc:docMk/>
      </pc:docMkLst>
      <pc:sldChg chg="modSp">
        <pc:chgData name="Christian Narcia" userId="S::christian.narcia01@utrgv.edu::3d7b503e-77ef-4391-a6de-374f4125796c" providerId="AD" clId="Web-{DE2D73F2-C90D-138C-F8AB-AE5B5FF380A5}" dt="2025-01-29T18:04:23.230" v="8" actId="20577"/>
        <pc:sldMkLst>
          <pc:docMk/>
          <pc:sldMk cId="2100999539" sldId="272"/>
        </pc:sldMkLst>
        <pc:spChg chg="mod">
          <ac:chgData name="Christian Narcia" userId="S::christian.narcia01@utrgv.edu::3d7b503e-77ef-4391-a6de-374f4125796c" providerId="AD" clId="Web-{DE2D73F2-C90D-138C-F8AB-AE5B5FF380A5}" dt="2025-01-29T18:04:23.230" v="8" actId="20577"/>
          <ac:spMkLst>
            <pc:docMk/>
            <pc:sldMk cId="2100999539" sldId="272"/>
            <ac:spMk id="3" creationId="{BCF7794A-D71A-DC34-694F-B118E40D0601}"/>
          </ac:spMkLst>
        </pc:spChg>
      </pc:sldChg>
    </pc:docChg>
  </pc:docChgLst>
  <pc:docChgLst>
    <pc:chgData name="Daniel Masamba" userId="da4763ef-4c7c-471b-91a6-a987dafc03d8" providerId="ADAL" clId="{E66207E5-CF03-A04F-96DF-66C38253ED70}"/>
    <pc:docChg chg="modSld">
      <pc:chgData name="Daniel Masamba" userId="da4763ef-4c7c-471b-91a6-a987dafc03d8" providerId="ADAL" clId="{E66207E5-CF03-A04F-96DF-66C38253ED70}" dt="2025-01-29T06:45:20.845" v="62" actId="20577"/>
      <pc:docMkLst>
        <pc:docMk/>
      </pc:docMkLst>
      <pc:sldChg chg="modSp modAnim">
        <pc:chgData name="Daniel Masamba" userId="da4763ef-4c7c-471b-91a6-a987dafc03d8" providerId="ADAL" clId="{E66207E5-CF03-A04F-96DF-66C38253ED70}" dt="2025-01-29T06:45:20.845" v="62" actId="20577"/>
        <pc:sldMkLst>
          <pc:docMk/>
          <pc:sldMk cId="81158984" sldId="274"/>
        </pc:sldMkLst>
        <pc:spChg chg="mod">
          <ac:chgData name="Daniel Masamba" userId="da4763ef-4c7c-471b-91a6-a987dafc03d8" providerId="ADAL" clId="{E66207E5-CF03-A04F-96DF-66C38253ED70}" dt="2025-01-29T06:45:20.845" v="62" actId="20577"/>
          <ac:spMkLst>
            <pc:docMk/>
            <pc:sldMk cId="81158984" sldId="274"/>
            <ac:spMk id="3" creationId="{D2CF5EBD-CF84-81E2-6D50-670C9CB4055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1/29/2025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1/29/2025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1/29/2025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1/29/2025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1/29/2025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1/29/2025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1/29/2025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1/29/2025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1/29/2025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1/29/2025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1/29/2025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Computer Ethics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CSCI 1101 – Introduction to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Ethics?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moral principles that govern a person’s behavior or the conducting of an activity.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/>
              <a:t>Computer Ethics</a:t>
            </a:r>
          </a:p>
          <a:p>
            <a:r>
              <a:rPr lang="en-US"/>
              <a:t>A set of principles that regulate the use of computers.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85D2B-7CAA-1706-A703-7260429B0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21 Easter Eggs From 'Spider-Man: No Way Home' That You Might Have Missed">
            <a:extLst>
              <a:ext uri="{FF2B5EF4-FFF2-40B4-BE49-F238E27FC236}">
                <a16:creationId xmlns:a16="http://schemas.microsoft.com/office/drawing/2014/main" id="{D9388044-7605-881D-70D1-EEAB9D3C61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784" y="1701800"/>
            <a:ext cx="7456857" cy="4462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3831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EFE69-7E35-2774-5628-C35613B3E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10 Commandments of Computer 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7794A-D71A-DC34-694F-B118E40D0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121899" tIns="60949" rIns="121899" bIns="60949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/>
              <a:t>Do not use a computer to harm other people.</a:t>
            </a:r>
          </a:p>
          <a:p>
            <a:pPr marL="342900" indent="-342900">
              <a:buAutoNum type="arabicPeriod"/>
            </a:pPr>
            <a:r>
              <a:rPr lang="en-US"/>
              <a:t>Do not use a computer to cause interference in other people’s work.</a:t>
            </a:r>
          </a:p>
          <a:p>
            <a:pPr marL="342900" indent="-342900">
              <a:buAutoNum type="arabicPeriod"/>
            </a:pPr>
            <a:r>
              <a:rPr lang="en-US"/>
              <a:t>Do not use a computer to spy on a person’s personal data.</a:t>
            </a:r>
          </a:p>
          <a:p>
            <a:pPr marL="342900" indent="-342900">
              <a:buAutoNum type="arabicPeriod"/>
            </a:pPr>
            <a:r>
              <a:rPr lang="en-US"/>
              <a:t>Do not use a computer to steal.</a:t>
            </a:r>
            <a:endParaRPr lang="en-US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en-US"/>
              <a:t>Do not use a computer to spread misinformation.</a:t>
            </a:r>
          </a:p>
        </p:txBody>
      </p:sp>
    </p:spTree>
    <p:extLst>
      <p:ext uri="{BB962C8B-B14F-4D97-AF65-F5344CB8AC3E}">
        <p14:creationId xmlns:p14="http://schemas.microsoft.com/office/powerpoint/2010/main" val="2100999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3BF81-A8AB-8ECE-D80C-5EDE1FD77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10 Commandments of Computer Ethics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51D32-54E6-F439-BF27-ECE4B2311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6"/>
            </a:pPr>
            <a:r>
              <a:rPr lang="en-US"/>
              <a:t>Do not use the software unless you pay for this software. (if not open-source)</a:t>
            </a:r>
          </a:p>
          <a:p>
            <a:pPr marL="342900" indent="-342900">
              <a:buAutoNum type="arabicPeriod" startAt="6"/>
            </a:pPr>
            <a:r>
              <a:rPr lang="en-US"/>
              <a:t>Do not use someone else’s computer resources unless authorized to do so.</a:t>
            </a:r>
          </a:p>
          <a:p>
            <a:pPr marL="342900" indent="-342900">
              <a:buAutoNum type="arabicPeriod" startAt="6"/>
            </a:pPr>
            <a:r>
              <a:rPr lang="en-US"/>
              <a:t>Do not claim ownership of a work that is the output of someone else’s intellect.</a:t>
            </a:r>
          </a:p>
          <a:p>
            <a:pPr marL="342900" indent="-342900">
              <a:buAutoNum type="arabicPeriod" startAt="6"/>
            </a:pPr>
            <a:r>
              <a:rPr lang="en-US"/>
              <a:t>Before developing software, think about the impact it can have.</a:t>
            </a:r>
          </a:p>
          <a:p>
            <a:pPr marL="342900" indent="-342900">
              <a:buAutoNum type="arabicPeriod" startAt="6"/>
            </a:pPr>
            <a:r>
              <a:rPr lang="en-US"/>
              <a:t>While using a computer to communicate, be respectful of others.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682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66166-D374-6046-5D7A-DD7C214BF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F5EBD-CF84-81E2-6D50-670C9CB40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Are all hackers bad or unethical? (quick group discussion)</a:t>
            </a:r>
          </a:p>
          <a:p>
            <a:r>
              <a:rPr lang="en-US"/>
              <a:t>White Hat</a:t>
            </a:r>
          </a:p>
          <a:p>
            <a:r>
              <a:rPr lang="en-US"/>
              <a:t>Black Hat </a:t>
            </a:r>
          </a:p>
          <a:p>
            <a:r>
              <a:rPr lang="en-US"/>
              <a:t>Gray Hat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8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EB858-8323-1AFB-303F-D3211C74E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Internet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BF45F-DC8B-16D1-9046-BA0FCE73E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Protect Yourself from Unethical Hackers</a:t>
            </a:r>
          </a:p>
          <a:p>
            <a:r>
              <a:rPr lang="en-US"/>
              <a:t>Avoid exposing personal data on low-security websites.</a:t>
            </a:r>
          </a:p>
          <a:p>
            <a:r>
              <a:rPr lang="en-US"/>
              <a:t>Keep your software updated.</a:t>
            </a:r>
          </a:p>
          <a:p>
            <a:r>
              <a:rPr lang="en-US"/>
              <a:t>Don’t connect to public Wi-Fi you don’t trust.</a:t>
            </a:r>
          </a:p>
          <a:p>
            <a:r>
              <a:rPr lang="en-US"/>
              <a:t>Never open links in emails or texts sent by unknown persons.</a:t>
            </a:r>
          </a:p>
          <a:p>
            <a:r>
              <a:rPr lang="en-US"/>
              <a:t>Make strong passwords and don’t reuse passwords.</a:t>
            </a:r>
          </a:p>
          <a:p>
            <a:r>
              <a:rPr lang="en-US"/>
              <a:t>Don’t download software you don’t trust.</a:t>
            </a:r>
          </a:p>
        </p:txBody>
      </p:sp>
    </p:spTree>
    <p:extLst>
      <p:ext uri="{BB962C8B-B14F-4D97-AF65-F5344CB8AC3E}">
        <p14:creationId xmlns:p14="http://schemas.microsoft.com/office/powerpoint/2010/main" val="3651990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4344D-73C9-9207-736D-C4EE744B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Internet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06DC1-7997-9928-C5AB-1265FC719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Tools Hackers Use</a:t>
            </a:r>
          </a:p>
          <a:p>
            <a:r>
              <a:rPr lang="en-US"/>
              <a:t>Phishing</a:t>
            </a:r>
          </a:p>
          <a:p>
            <a:r>
              <a:rPr lang="en-US"/>
              <a:t>Spyware</a:t>
            </a:r>
          </a:p>
          <a:p>
            <a:r>
              <a:rPr lang="en-US"/>
              <a:t>Malware</a:t>
            </a:r>
          </a:p>
          <a:p>
            <a:r>
              <a:rPr lang="en-US"/>
              <a:t>Worms</a:t>
            </a:r>
          </a:p>
          <a:p>
            <a:r>
              <a:rPr lang="en-US"/>
              <a:t>Trojan Horse</a:t>
            </a:r>
          </a:p>
          <a:p>
            <a:r>
              <a:rPr lang="en-US"/>
              <a:t>DDoS</a:t>
            </a:r>
          </a:p>
        </p:txBody>
      </p:sp>
    </p:spTree>
    <p:extLst>
      <p:ext uri="{BB962C8B-B14F-4D97-AF65-F5344CB8AC3E}">
        <p14:creationId xmlns:p14="http://schemas.microsoft.com/office/powerpoint/2010/main" val="1187345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F4FC-03A3-F9A3-D1BF-6F2D4529A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34626-F829-3A24-994D-184437701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920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A09BF4D4-EF60-4196-BFC3-9462D607978C}">
  <ds:schemaRefs>
    <ds:schemaRef ds:uri="4873beb7-5857-4685-be1f-d57550cc96c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Application>Microsoft Office PowerPoint</Application>
  <PresentationFormat>Custom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Tech 16x9</vt:lpstr>
      <vt:lpstr>Computer Ethics</vt:lpstr>
      <vt:lpstr>What is Ethics?</vt:lpstr>
      <vt:lpstr>PowerPoint Presentation</vt:lpstr>
      <vt:lpstr>10 Commandments of Computer Ethics</vt:lpstr>
      <vt:lpstr>10 Commandments of Computer Ethics (Cont.)</vt:lpstr>
      <vt:lpstr>Hacking</vt:lpstr>
      <vt:lpstr>Internet Security</vt:lpstr>
      <vt:lpstr>Internet Security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Ethics</dc:title>
  <dc:creator>Joselito Guardado</dc:creator>
  <cp:revision>1</cp:revision>
  <dcterms:created xsi:type="dcterms:W3CDTF">2023-09-06T02:13:03Z</dcterms:created>
  <dcterms:modified xsi:type="dcterms:W3CDTF">2025-01-29T18:04:33Z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