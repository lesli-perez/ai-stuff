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7" r:id="rId5"/>
    <p:sldId id="266" r:id="rId6"/>
    <p:sldId id="276" r:id="rId7"/>
    <p:sldId id="280" r:id="rId8"/>
    <p:sldId id="279" r:id="rId9"/>
    <p:sldId id="282" r:id="rId10"/>
    <p:sldId id="281" r:id="rId11"/>
    <p:sldId id="285" r:id="rId12"/>
    <p:sldId id="283" r:id="rId13"/>
    <p:sldId id="284" r:id="rId14"/>
    <p:sldId id="287" r:id="rId15"/>
    <p:sldId id="288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493BE1-8779-EADD-55D0-0BFCD66148C7}" v="1" dt="2025-02-03T06:30:22.826"/>
    <p1510:client id="{ABFF27E4-7B8C-4770-9436-35018CF80A64}" v="6" dt="2025-02-03T06:33:28.860"/>
    <p1510:client id="{B534CFFA-C4C4-1642-BEF7-EC5021341E18}" v="26" dt="2025-02-03T21:21:30.223"/>
  </p1510:revLst>
</p1510:revInfo>
</file>

<file path=ppt/tableStyles.xml><?xml version="1.0" encoding="utf-8"?>
<a:tblStyleLst xmlns:a="http://schemas.openxmlformats.org/drawingml/2006/main" def="{F2DE63D5-997A-4646-A377-4702673A728D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Narcia" userId="3d7b503e-77ef-4391-a6de-374f4125796c" providerId="ADAL" clId="{ABFF27E4-7B8C-4770-9436-35018CF80A64}"/>
    <pc:docChg chg="modSld">
      <pc:chgData name="Christian Narcia" userId="3d7b503e-77ef-4391-a6de-374f4125796c" providerId="ADAL" clId="{ABFF27E4-7B8C-4770-9436-35018CF80A64}" dt="2025-02-03T06:33:28.860" v="5" actId="1076"/>
      <pc:docMkLst>
        <pc:docMk/>
      </pc:docMkLst>
      <pc:sldChg chg="addSp modSp mod">
        <pc:chgData name="Christian Narcia" userId="3d7b503e-77ef-4391-a6de-374f4125796c" providerId="ADAL" clId="{ABFF27E4-7B8C-4770-9436-35018CF80A64}" dt="2025-02-03T06:33:28.860" v="5" actId="1076"/>
        <pc:sldMkLst>
          <pc:docMk/>
          <pc:sldMk cId="1779493037" sldId="280"/>
        </pc:sldMkLst>
        <pc:picChg chg="add mod">
          <ac:chgData name="Christian Narcia" userId="3d7b503e-77ef-4391-a6de-374f4125796c" providerId="ADAL" clId="{ABFF27E4-7B8C-4770-9436-35018CF80A64}" dt="2025-02-03T06:33:28.860" v="5" actId="1076"/>
          <ac:picMkLst>
            <pc:docMk/>
            <pc:sldMk cId="1779493037" sldId="280"/>
            <ac:picMk id="7" creationId="{FFDDF0C3-F765-DB7C-9484-53BA3CEA16A3}"/>
          </ac:picMkLst>
        </pc:picChg>
      </pc:sldChg>
    </pc:docChg>
  </pc:docChgLst>
  <pc:docChgLst>
    <pc:chgData name="Joselito Guardado" userId="6da4b2dd-237d-4430-bedd-177e1197508b" providerId="ADAL" clId="{927759AE-4B1E-4479-B91E-0FD1DE8BEDCE}"/>
    <pc:docChg chg="undo custSel addSld delSld modSld sldOrd">
      <pc:chgData name="Joselito Guardado" userId="6da4b2dd-237d-4430-bedd-177e1197508b" providerId="ADAL" clId="{927759AE-4B1E-4479-B91E-0FD1DE8BEDCE}" dt="2024-02-13T18:24:00.625" v="681" actId="207"/>
      <pc:docMkLst>
        <pc:docMk/>
      </pc:docMkLst>
      <pc:sldChg chg="modSp mod">
        <pc:chgData name="Joselito Guardado" userId="6da4b2dd-237d-4430-bedd-177e1197508b" providerId="ADAL" clId="{927759AE-4B1E-4479-B91E-0FD1DE8BEDCE}" dt="2024-02-13T17:12:31.342" v="36" actId="20577"/>
        <pc:sldMkLst>
          <pc:docMk/>
          <pc:sldMk cId="2903599816" sldId="266"/>
        </pc:sldMkLst>
        <pc:spChg chg="mod">
          <ac:chgData name="Joselito Guardado" userId="6da4b2dd-237d-4430-bedd-177e1197508b" providerId="ADAL" clId="{927759AE-4B1E-4479-B91E-0FD1DE8BEDCE}" dt="2024-02-13T17:12:31.342" v="36" actId="20577"/>
          <ac:spMkLst>
            <pc:docMk/>
            <pc:sldMk cId="2903599816" sldId="266"/>
            <ac:spMk id="2" creationId="{65E6333D-C549-4A57-B609-2FA2E790D9F1}"/>
          </ac:spMkLst>
        </pc:spChg>
      </pc:sldChg>
      <pc:sldChg chg="del">
        <pc:chgData name="Joselito Guardado" userId="6da4b2dd-237d-4430-bedd-177e1197508b" providerId="ADAL" clId="{927759AE-4B1E-4479-B91E-0FD1DE8BEDCE}" dt="2024-02-13T17:11:10.843" v="1" actId="47"/>
        <pc:sldMkLst>
          <pc:docMk/>
          <pc:sldMk cId="1110891383" sldId="271"/>
        </pc:sldMkLst>
      </pc:sldChg>
      <pc:sldChg chg="del">
        <pc:chgData name="Joselito Guardado" userId="6da4b2dd-237d-4430-bedd-177e1197508b" providerId="ADAL" clId="{927759AE-4B1E-4479-B91E-0FD1DE8BEDCE}" dt="2024-02-13T17:11:09.474" v="0" actId="47"/>
        <pc:sldMkLst>
          <pc:docMk/>
          <pc:sldMk cId="1757293103" sldId="275"/>
        </pc:sldMkLst>
      </pc:sldChg>
      <pc:sldChg chg="modSp mod ord">
        <pc:chgData name="Joselito Guardado" userId="6da4b2dd-237d-4430-bedd-177e1197508b" providerId="ADAL" clId="{927759AE-4B1E-4479-B91E-0FD1DE8BEDCE}" dt="2024-02-13T17:30:10.420" v="371" actId="20577"/>
        <pc:sldMkLst>
          <pc:docMk/>
          <pc:sldMk cId="3393443460" sldId="276"/>
        </pc:sldMkLst>
        <pc:spChg chg="mod">
          <ac:chgData name="Joselito Guardado" userId="6da4b2dd-237d-4430-bedd-177e1197508b" providerId="ADAL" clId="{927759AE-4B1E-4479-B91E-0FD1DE8BEDCE}" dt="2024-02-13T17:30:10.420" v="371" actId="20577"/>
          <ac:spMkLst>
            <pc:docMk/>
            <pc:sldMk cId="3393443460" sldId="276"/>
            <ac:spMk id="2" creationId="{ADBED562-559A-82DE-B31D-40C82C7219C0}"/>
          </ac:spMkLst>
        </pc:spChg>
      </pc:sldChg>
      <pc:sldChg chg="modSp new del mod">
        <pc:chgData name="Joselito Guardado" userId="6da4b2dd-237d-4430-bedd-177e1197508b" providerId="ADAL" clId="{927759AE-4B1E-4479-B91E-0FD1DE8BEDCE}" dt="2024-02-13T17:15:14.379" v="164" actId="47"/>
        <pc:sldMkLst>
          <pc:docMk/>
          <pc:sldMk cId="3685442902" sldId="277"/>
        </pc:sldMkLst>
        <pc:spChg chg="mod">
          <ac:chgData name="Joselito Guardado" userId="6da4b2dd-237d-4430-bedd-177e1197508b" providerId="ADAL" clId="{927759AE-4B1E-4479-B91E-0FD1DE8BEDCE}" dt="2024-02-13T17:12:46.547" v="56" actId="20577"/>
          <ac:spMkLst>
            <pc:docMk/>
            <pc:sldMk cId="3685442902" sldId="277"/>
            <ac:spMk id="4" creationId="{9EF1F842-9D7D-AC0C-9C0B-B7CA59383B58}"/>
          </ac:spMkLst>
        </pc:spChg>
      </pc:sldChg>
      <pc:sldChg chg="modSp new del mod">
        <pc:chgData name="Joselito Guardado" userId="6da4b2dd-237d-4430-bedd-177e1197508b" providerId="ADAL" clId="{927759AE-4B1E-4479-B91E-0FD1DE8BEDCE}" dt="2024-02-13T17:15:12.715" v="163" actId="47"/>
        <pc:sldMkLst>
          <pc:docMk/>
          <pc:sldMk cId="1289585894" sldId="278"/>
        </pc:sldMkLst>
        <pc:spChg chg="mod">
          <ac:chgData name="Joselito Guardado" userId="6da4b2dd-237d-4430-bedd-177e1197508b" providerId="ADAL" clId="{927759AE-4B1E-4479-B91E-0FD1DE8BEDCE}" dt="2024-02-13T17:14:38.622" v="161" actId="20577"/>
          <ac:spMkLst>
            <pc:docMk/>
            <pc:sldMk cId="1289585894" sldId="278"/>
            <ac:spMk id="4" creationId="{6B8C0576-F876-2985-0312-882730F77600}"/>
          </ac:spMkLst>
        </pc:spChg>
      </pc:sldChg>
      <pc:sldChg chg="modSp add mod">
        <pc:chgData name="Joselito Guardado" userId="6da4b2dd-237d-4430-bedd-177e1197508b" providerId="ADAL" clId="{927759AE-4B1E-4479-B91E-0FD1DE8BEDCE}" dt="2024-02-13T17:17:07.935" v="212" actId="20577"/>
        <pc:sldMkLst>
          <pc:docMk/>
          <pc:sldMk cId="3207734302" sldId="279"/>
        </pc:sldMkLst>
        <pc:spChg chg="mod">
          <ac:chgData name="Joselito Guardado" userId="6da4b2dd-237d-4430-bedd-177e1197508b" providerId="ADAL" clId="{927759AE-4B1E-4479-B91E-0FD1DE8BEDCE}" dt="2024-02-13T17:17:07.935" v="212" actId="20577"/>
          <ac:spMkLst>
            <pc:docMk/>
            <pc:sldMk cId="3207734302" sldId="279"/>
            <ac:spMk id="2" creationId="{ADBED562-559A-82DE-B31D-40C82C7219C0}"/>
          </ac:spMkLst>
        </pc:spChg>
        <pc:spChg chg="mod">
          <ac:chgData name="Joselito Guardado" userId="6da4b2dd-237d-4430-bedd-177e1197508b" providerId="ADAL" clId="{927759AE-4B1E-4479-B91E-0FD1DE8BEDCE}" dt="2024-02-13T17:15:43.842" v="207" actId="20577"/>
          <ac:spMkLst>
            <pc:docMk/>
            <pc:sldMk cId="3207734302" sldId="279"/>
            <ac:spMk id="4" creationId="{71A548FD-D548-1139-9067-DD67D5BED308}"/>
          </ac:spMkLst>
        </pc:spChg>
      </pc:sldChg>
      <pc:sldChg chg="addSp modSp add mod ord">
        <pc:chgData name="Joselito Guardado" userId="6da4b2dd-237d-4430-bedd-177e1197508b" providerId="ADAL" clId="{927759AE-4B1E-4479-B91E-0FD1DE8BEDCE}" dt="2024-02-13T17:27:21.417" v="332"/>
        <pc:sldMkLst>
          <pc:docMk/>
          <pc:sldMk cId="1779493037" sldId="280"/>
        </pc:sldMkLst>
        <pc:spChg chg="mod">
          <ac:chgData name="Joselito Guardado" userId="6da4b2dd-237d-4430-bedd-177e1197508b" providerId="ADAL" clId="{927759AE-4B1E-4479-B91E-0FD1DE8BEDCE}" dt="2024-02-13T17:27:10.455" v="330" actId="207"/>
          <ac:spMkLst>
            <pc:docMk/>
            <pc:sldMk cId="1779493037" sldId="280"/>
            <ac:spMk id="2" creationId="{ADBED562-559A-82DE-B31D-40C82C7219C0}"/>
          </ac:spMkLst>
        </pc:spChg>
        <pc:spChg chg="mod">
          <ac:chgData name="Joselito Guardado" userId="6da4b2dd-237d-4430-bedd-177e1197508b" providerId="ADAL" clId="{927759AE-4B1E-4479-B91E-0FD1DE8BEDCE}" dt="2024-02-13T17:25:03.974" v="318" actId="20577"/>
          <ac:spMkLst>
            <pc:docMk/>
            <pc:sldMk cId="1779493037" sldId="280"/>
            <ac:spMk id="4" creationId="{71A548FD-D548-1139-9067-DD67D5BED308}"/>
          </ac:spMkLst>
        </pc:spChg>
        <pc:picChg chg="add mod">
          <ac:chgData name="Joselito Guardado" userId="6da4b2dd-237d-4430-bedd-177e1197508b" providerId="ADAL" clId="{927759AE-4B1E-4479-B91E-0FD1DE8BEDCE}" dt="2024-02-13T17:26:56.208" v="328" actId="1076"/>
          <ac:picMkLst>
            <pc:docMk/>
            <pc:sldMk cId="1779493037" sldId="280"/>
            <ac:picMk id="7" creationId="{95FB7AB2-4A3A-04A1-E158-659F917F40F5}"/>
          </ac:picMkLst>
        </pc:picChg>
      </pc:sldChg>
      <pc:sldChg chg="modSp add mod ord">
        <pc:chgData name="Joselito Guardado" userId="6da4b2dd-237d-4430-bedd-177e1197508b" providerId="ADAL" clId="{927759AE-4B1E-4479-B91E-0FD1DE8BEDCE}" dt="2024-02-13T17:45:06.285" v="448"/>
        <pc:sldMkLst>
          <pc:docMk/>
          <pc:sldMk cId="3155197163" sldId="281"/>
        </pc:sldMkLst>
        <pc:spChg chg="mod">
          <ac:chgData name="Joselito Guardado" userId="6da4b2dd-237d-4430-bedd-177e1197508b" providerId="ADAL" clId="{927759AE-4B1E-4479-B91E-0FD1DE8BEDCE}" dt="2024-02-13T17:37:08.339" v="418" actId="113"/>
          <ac:spMkLst>
            <pc:docMk/>
            <pc:sldMk cId="3155197163" sldId="281"/>
            <ac:spMk id="2" creationId="{ADBED562-559A-82DE-B31D-40C82C7219C0}"/>
          </ac:spMkLst>
        </pc:spChg>
        <pc:spChg chg="mod">
          <ac:chgData name="Joselito Guardado" userId="6da4b2dd-237d-4430-bedd-177e1197508b" providerId="ADAL" clId="{927759AE-4B1E-4479-B91E-0FD1DE8BEDCE}" dt="2024-02-13T17:29:35.760" v="363" actId="20577"/>
          <ac:spMkLst>
            <pc:docMk/>
            <pc:sldMk cId="3155197163" sldId="281"/>
            <ac:spMk id="4" creationId="{71A548FD-D548-1139-9067-DD67D5BED308}"/>
          </ac:spMkLst>
        </pc:spChg>
      </pc:sldChg>
      <pc:sldChg chg="modSp add mod">
        <pc:chgData name="Joselito Guardado" userId="6da4b2dd-237d-4430-bedd-177e1197508b" providerId="ADAL" clId="{927759AE-4B1E-4479-B91E-0FD1DE8BEDCE}" dt="2024-02-13T17:41:39.854" v="446" actId="113"/>
        <pc:sldMkLst>
          <pc:docMk/>
          <pc:sldMk cId="1518737804" sldId="282"/>
        </pc:sldMkLst>
        <pc:spChg chg="mod">
          <ac:chgData name="Joselito Guardado" userId="6da4b2dd-237d-4430-bedd-177e1197508b" providerId="ADAL" clId="{927759AE-4B1E-4479-B91E-0FD1DE8BEDCE}" dt="2024-02-13T17:41:39.854" v="446" actId="113"/>
          <ac:spMkLst>
            <pc:docMk/>
            <pc:sldMk cId="1518737804" sldId="282"/>
            <ac:spMk id="2" creationId="{ADBED562-559A-82DE-B31D-40C82C7219C0}"/>
          </ac:spMkLst>
        </pc:spChg>
        <pc:spChg chg="mod">
          <ac:chgData name="Joselito Guardado" userId="6da4b2dd-237d-4430-bedd-177e1197508b" providerId="ADAL" clId="{927759AE-4B1E-4479-B91E-0FD1DE8BEDCE}" dt="2024-02-13T17:29:29.953" v="362" actId="20577"/>
          <ac:spMkLst>
            <pc:docMk/>
            <pc:sldMk cId="1518737804" sldId="282"/>
            <ac:spMk id="4" creationId="{71A548FD-D548-1139-9067-DD67D5BED308}"/>
          </ac:spMkLst>
        </pc:spChg>
      </pc:sldChg>
      <pc:sldChg chg="modSp add mod">
        <pc:chgData name="Joselito Guardado" userId="6da4b2dd-237d-4430-bedd-177e1197508b" providerId="ADAL" clId="{927759AE-4B1E-4479-B91E-0FD1DE8BEDCE}" dt="2024-02-13T18:12:43.698" v="510" actId="113"/>
        <pc:sldMkLst>
          <pc:docMk/>
          <pc:sldMk cId="3694366126" sldId="283"/>
        </pc:sldMkLst>
        <pc:spChg chg="mod">
          <ac:chgData name="Joselito Guardado" userId="6da4b2dd-237d-4430-bedd-177e1197508b" providerId="ADAL" clId="{927759AE-4B1E-4479-B91E-0FD1DE8BEDCE}" dt="2024-02-13T18:12:43.698" v="510" actId="113"/>
          <ac:spMkLst>
            <pc:docMk/>
            <pc:sldMk cId="3694366126" sldId="283"/>
            <ac:spMk id="2" creationId="{ADBED562-559A-82DE-B31D-40C82C7219C0}"/>
          </ac:spMkLst>
        </pc:spChg>
        <pc:spChg chg="mod">
          <ac:chgData name="Joselito Guardado" userId="6da4b2dd-237d-4430-bedd-177e1197508b" providerId="ADAL" clId="{927759AE-4B1E-4479-B91E-0FD1DE8BEDCE}" dt="2024-02-13T17:30:53.489" v="392" actId="20577"/>
          <ac:spMkLst>
            <pc:docMk/>
            <pc:sldMk cId="3694366126" sldId="283"/>
            <ac:spMk id="4" creationId="{71A548FD-D548-1139-9067-DD67D5BED308}"/>
          </ac:spMkLst>
        </pc:spChg>
      </pc:sldChg>
      <pc:sldChg chg="modSp add mod">
        <pc:chgData name="Joselito Guardado" userId="6da4b2dd-237d-4430-bedd-177e1197508b" providerId="ADAL" clId="{927759AE-4B1E-4479-B91E-0FD1DE8BEDCE}" dt="2024-02-13T18:19:55.451" v="515" actId="20577"/>
        <pc:sldMkLst>
          <pc:docMk/>
          <pc:sldMk cId="2782771493" sldId="284"/>
        </pc:sldMkLst>
        <pc:spChg chg="mod">
          <ac:chgData name="Joselito Guardado" userId="6da4b2dd-237d-4430-bedd-177e1197508b" providerId="ADAL" clId="{927759AE-4B1E-4479-B91E-0FD1DE8BEDCE}" dt="2024-02-13T18:19:55.451" v="515" actId="20577"/>
          <ac:spMkLst>
            <pc:docMk/>
            <pc:sldMk cId="2782771493" sldId="284"/>
            <ac:spMk id="2" creationId="{ADBED562-559A-82DE-B31D-40C82C7219C0}"/>
          </ac:spMkLst>
        </pc:spChg>
        <pc:spChg chg="mod">
          <ac:chgData name="Joselito Guardado" userId="6da4b2dd-237d-4430-bedd-177e1197508b" providerId="ADAL" clId="{927759AE-4B1E-4479-B91E-0FD1DE8BEDCE}" dt="2024-02-13T17:31:36.848" v="410" actId="20577"/>
          <ac:spMkLst>
            <pc:docMk/>
            <pc:sldMk cId="2782771493" sldId="284"/>
            <ac:spMk id="4" creationId="{71A548FD-D548-1139-9067-DD67D5BED308}"/>
          </ac:spMkLst>
        </pc:spChg>
      </pc:sldChg>
      <pc:sldChg chg="modSp add mod ord">
        <pc:chgData name="Joselito Guardado" userId="6da4b2dd-237d-4430-bedd-177e1197508b" providerId="ADAL" clId="{927759AE-4B1E-4479-B91E-0FD1DE8BEDCE}" dt="2024-02-13T18:18:23.522" v="513" actId="207"/>
        <pc:sldMkLst>
          <pc:docMk/>
          <pc:sldMk cId="2421337181" sldId="285"/>
        </pc:sldMkLst>
        <pc:spChg chg="mod">
          <ac:chgData name="Joselito Guardado" userId="6da4b2dd-237d-4430-bedd-177e1197508b" providerId="ADAL" clId="{927759AE-4B1E-4479-B91E-0FD1DE8BEDCE}" dt="2024-02-13T18:18:23.522" v="513" actId="207"/>
          <ac:spMkLst>
            <pc:docMk/>
            <pc:sldMk cId="2421337181" sldId="285"/>
            <ac:spMk id="2" creationId="{ADBED562-559A-82DE-B31D-40C82C7219C0}"/>
          </ac:spMkLst>
        </pc:spChg>
        <pc:spChg chg="mod">
          <ac:chgData name="Joselito Guardado" userId="6da4b2dd-237d-4430-bedd-177e1197508b" providerId="ADAL" clId="{927759AE-4B1E-4479-B91E-0FD1DE8BEDCE}" dt="2024-02-13T17:45:37.544" v="465" actId="20577"/>
          <ac:spMkLst>
            <pc:docMk/>
            <pc:sldMk cId="2421337181" sldId="285"/>
            <ac:spMk id="4" creationId="{71A548FD-D548-1139-9067-DD67D5BED308}"/>
          </ac:spMkLst>
        </pc:spChg>
      </pc:sldChg>
      <pc:sldChg chg="new del">
        <pc:chgData name="Joselito Guardado" userId="6da4b2dd-237d-4430-bedd-177e1197508b" providerId="ADAL" clId="{927759AE-4B1E-4479-B91E-0FD1DE8BEDCE}" dt="2024-02-13T18:20:25.521" v="518" actId="47"/>
        <pc:sldMkLst>
          <pc:docMk/>
          <pc:sldMk cId="3213228519" sldId="286"/>
        </pc:sldMkLst>
      </pc:sldChg>
      <pc:sldChg chg="modSp add mod">
        <pc:chgData name="Joselito Guardado" userId="6da4b2dd-237d-4430-bedd-177e1197508b" providerId="ADAL" clId="{927759AE-4B1E-4479-B91E-0FD1DE8BEDCE}" dt="2024-02-13T18:24:00.625" v="681" actId="207"/>
        <pc:sldMkLst>
          <pc:docMk/>
          <pc:sldMk cId="203845180" sldId="287"/>
        </pc:sldMkLst>
        <pc:spChg chg="mod">
          <ac:chgData name="Joselito Guardado" userId="6da4b2dd-237d-4430-bedd-177e1197508b" providerId="ADAL" clId="{927759AE-4B1E-4479-B91E-0FD1DE8BEDCE}" dt="2024-02-13T18:24:00.625" v="681" actId="207"/>
          <ac:spMkLst>
            <pc:docMk/>
            <pc:sldMk cId="203845180" sldId="287"/>
            <ac:spMk id="2" creationId="{ADBED562-559A-82DE-B31D-40C82C7219C0}"/>
          </ac:spMkLst>
        </pc:spChg>
        <pc:spChg chg="mod">
          <ac:chgData name="Joselito Guardado" userId="6da4b2dd-237d-4430-bedd-177e1197508b" providerId="ADAL" clId="{927759AE-4B1E-4479-B91E-0FD1DE8BEDCE}" dt="2024-02-13T18:20:47.339" v="547" actId="20577"/>
          <ac:spMkLst>
            <pc:docMk/>
            <pc:sldMk cId="203845180" sldId="287"/>
            <ac:spMk id="4" creationId="{71A548FD-D548-1139-9067-DD67D5BED308}"/>
          </ac:spMkLst>
        </pc:spChg>
      </pc:sldChg>
    </pc:docChg>
  </pc:docChgLst>
  <pc:docChgLst>
    <pc:chgData name="Christian Narcia" userId="S::christian.narcia01@utrgv.edu::3d7b503e-77ef-4391-a6de-374f4125796c" providerId="AD" clId="Web-{A2493BE1-8779-EADD-55D0-0BFCD66148C7}"/>
    <pc:docChg chg="modSld">
      <pc:chgData name="Christian Narcia" userId="S::christian.narcia01@utrgv.edu::3d7b503e-77ef-4391-a6de-374f4125796c" providerId="AD" clId="Web-{A2493BE1-8779-EADD-55D0-0BFCD66148C7}" dt="2025-02-03T06:30:22.826" v="0"/>
      <pc:docMkLst>
        <pc:docMk/>
      </pc:docMkLst>
      <pc:sldChg chg="delSp">
        <pc:chgData name="Christian Narcia" userId="S::christian.narcia01@utrgv.edu::3d7b503e-77ef-4391-a6de-374f4125796c" providerId="AD" clId="Web-{A2493BE1-8779-EADD-55D0-0BFCD66148C7}" dt="2025-02-03T06:30:22.826" v="0"/>
        <pc:sldMkLst>
          <pc:docMk/>
          <pc:sldMk cId="1779493037" sldId="280"/>
        </pc:sldMkLst>
        <pc:picChg chg="del">
          <ac:chgData name="Christian Narcia" userId="S::christian.narcia01@utrgv.edu::3d7b503e-77ef-4391-a6de-374f4125796c" providerId="AD" clId="Web-{A2493BE1-8779-EADD-55D0-0BFCD66148C7}" dt="2025-02-03T06:30:22.826" v="0"/>
          <ac:picMkLst>
            <pc:docMk/>
            <pc:sldMk cId="1779493037" sldId="280"/>
            <ac:picMk id="7" creationId="{95FB7AB2-4A3A-04A1-E158-659F917F40F5}"/>
          </ac:picMkLst>
        </pc:picChg>
      </pc:sldChg>
    </pc:docChg>
  </pc:docChgLst>
  <pc:docChgLst>
    <pc:chgData name="Daniel Masamba" userId="da4763ef-4c7c-471b-91a6-a987dafc03d8" providerId="ADAL" clId="{B534CFFA-C4C4-1642-BEF7-EC5021341E18}"/>
    <pc:docChg chg="undo custSel addSld modSld">
      <pc:chgData name="Daniel Masamba" userId="da4763ef-4c7c-471b-91a6-a987dafc03d8" providerId="ADAL" clId="{B534CFFA-C4C4-1642-BEF7-EC5021341E18}" dt="2025-02-03T21:21:30.223" v="28" actId="20577"/>
      <pc:docMkLst>
        <pc:docMk/>
      </pc:docMkLst>
      <pc:sldChg chg="modSp mod">
        <pc:chgData name="Daniel Masamba" userId="da4763ef-4c7c-471b-91a6-a987dafc03d8" providerId="ADAL" clId="{B534CFFA-C4C4-1642-BEF7-EC5021341E18}" dt="2025-02-03T20:54:16.934" v="1" actId="20577"/>
        <pc:sldMkLst>
          <pc:docMk/>
          <pc:sldMk cId="3694366126" sldId="283"/>
        </pc:sldMkLst>
        <pc:spChg chg="mod">
          <ac:chgData name="Daniel Masamba" userId="da4763ef-4c7c-471b-91a6-a987dafc03d8" providerId="ADAL" clId="{B534CFFA-C4C4-1642-BEF7-EC5021341E18}" dt="2025-02-03T20:54:16.934" v="1" actId="20577"/>
          <ac:spMkLst>
            <pc:docMk/>
            <pc:sldMk cId="3694366126" sldId="283"/>
            <ac:spMk id="2" creationId="{ADBED562-559A-82DE-B31D-40C82C7219C0}"/>
          </ac:spMkLst>
        </pc:spChg>
      </pc:sldChg>
      <pc:sldChg chg="modSp new mod">
        <pc:chgData name="Daniel Masamba" userId="da4763ef-4c7c-471b-91a6-a987dafc03d8" providerId="ADAL" clId="{B534CFFA-C4C4-1642-BEF7-EC5021341E18}" dt="2025-02-03T21:21:30.223" v="28" actId="20577"/>
        <pc:sldMkLst>
          <pc:docMk/>
          <pc:sldMk cId="491829641" sldId="288"/>
        </pc:sldMkLst>
        <pc:spChg chg="mod">
          <ac:chgData name="Daniel Masamba" userId="da4763ef-4c7c-471b-91a6-a987dafc03d8" providerId="ADAL" clId="{B534CFFA-C4C4-1642-BEF7-EC5021341E18}" dt="2025-02-03T21:21:30.223" v="28" actId="20577"/>
          <ac:spMkLst>
            <pc:docMk/>
            <pc:sldMk cId="491829641" sldId="288"/>
            <ac:spMk id="4" creationId="{48851002-0980-62B0-166A-FD6FAC668C5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5716D-39C9-48C4-A3EB-B88E4515427D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C6D3C-9EB0-4F2C-9026-3887D1CDB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6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612000" tIns="0" anchor="ctr"/>
          <a:lstStyle>
            <a:lvl1pPr marL="0" indent="0" algn="l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Drag &amp; Drop Your </a:t>
            </a:r>
            <a:br>
              <a:rPr lang="en-US"/>
            </a:br>
            <a:r>
              <a:rPr lang="en-US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anchor="ctr"/>
          <a:lstStyle>
            <a:lvl1pPr algn="l"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97F3D-57FA-4E82-9EEC-E93088055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0" y="4276447"/>
            <a:ext cx="5161550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144000" anchor="ctr"/>
          <a:lstStyle>
            <a:lvl1pPr marL="0" indent="0" algn="l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1775C8-C7F0-4EC5-A9C0-53AE3A0C5F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0" y="6262080"/>
            <a:ext cx="7560000" cy="360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AE2-DA19-49E2-AC81-5272385D30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5689F-8B6B-4484-8064-90B4D8FB7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7343" y="2731933"/>
            <a:ext cx="6903253" cy="3350673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576000" tIns="1872000" rIns="576000"/>
          <a:lstStyle>
            <a:lvl1pPr marL="0" indent="0">
              <a:lnSpc>
                <a:spcPts val="2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Describe Your Big Idea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57B9832-0120-4094-8C27-082E3533C5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012000" cy="6858000"/>
          </a:xfrm>
          <a:custGeom>
            <a:avLst/>
            <a:gdLst>
              <a:gd name="connsiteX0" fmla="*/ 0 w 12012000"/>
              <a:gd name="connsiteY0" fmla="*/ 0 h 6858000"/>
              <a:gd name="connsiteX1" fmla="*/ 8592000 w 12012000"/>
              <a:gd name="connsiteY1" fmla="*/ 0 h 6858000"/>
              <a:gd name="connsiteX2" fmla="*/ 8592000 w 12012000"/>
              <a:gd name="connsiteY2" fmla="*/ 180000 h 6858000"/>
              <a:gd name="connsiteX3" fmla="*/ 12012000 w 12012000"/>
              <a:gd name="connsiteY3" fmla="*/ 180000 h 6858000"/>
              <a:gd name="connsiteX4" fmla="*/ 12012000 w 12012000"/>
              <a:gd name="connsiteY4" fmla="*/ 6678000 h 6858000"/>
              <a:gd name="connsiteX5" fmla="*/ 8592000 w 12012000"/>
              <a:gd name="connsiteY5" fmla="*/ 6678000 h 6858000"/>
              <a:gd name="connsiteX6" fmla="*/ 8592000 w 12012000"/>
              <a:gd name="connsiteY6" fmla="*/ 6858000 h 6858000"/>
              <a:gd name="connsiteX7" fmla="*/ 0 w 1201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12000" h="6858000">
                <a:moveTo>
                  <a:pt x="0" y="0"/>
                </a:moveTo>
                <a:lnTo>
                  <a:pt x="8592000" y="0"/>
                </a:lnTo>
                <a:lnTo>
                  <a:pt x="8592000" y="180000"/>
                </a:lnTo>
                <a:lnTo>
                  <a:pt x="12012000" y="180000"/>
                </a:lnTo>
                <a:lnTo>
                  <a:pt x="12012000" y="6678000"/>
                </a:lnTo>
                <a:lnTo>
                  <a:pt x="8592000" y="6678000"/>
                </a:lnTo>
                <a:lnTo>
                  <a:pt x="85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0" tIns="0" rIns="61200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/>
              <a:t>Drag &amp; Drop Your </a:t>
            </a:r>
            <a:br>
              <a:rPr lang="en-US"/>
            </a:br>
            <a:r>
              <a:rPr lang="en-US"/>
              <a:t>Background Photo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3999" y="6262080"/>
            <a:ext cx="6190934" cy="360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CC7194-A4D0-457B-9D3E-53681723AF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AF90A48-1BFB-4A19-9A1C-2851879F9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778" y="3096087"/>
            <a:ext cx="5455750" cy="1008000"/>
          </a:xfrm>
        </p:spPr>
        <p:txBody>
          <a:bodyPr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9E79024-4B2E-43B0-8607-196181AB731F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59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Number &amp;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/>
              <a:t>Drag &amp; Drop Your </a:t>
            </a:r>
            <a:br>
              <a:rPr lang="en-US"/>
            </a:br>
            <a:r>
              <a:rPr lang="en-US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266E5-40A6-4643-B9AC-B38F272563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#NUMBER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B790CB-E4F5-4B61-A03E-1CA0C32E3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4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570684C-B743-402E-8778-A65199577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10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#NUMBER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CEC7149-9A00-4CA4-B800-1BFD6EBEB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2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74F0E2-36BA-43B5-8799-77AA3367DF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9707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#NUMBER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BA12174-6A24-4E61-8D58-B3B42C31BE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56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3A67B21-0E8B-4922-94F9-20492309C4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46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#NUMBER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801C20C-82D2-465E-8D45-DF1A57E045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08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2BAD45E-2039-4F8D-9CFC-42BFA3756A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31412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#NUMBER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4A78879-6338-4F3B-864E-8FF4E08C00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57654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80118439-B306-4F20-9200-1C429EADC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01000" y="5271502"/>
            <a:ext cx="1990001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0" anchor="ctr"/>
          <a:lstStyle>
            <a:lvl1pPr marL="0" indent="0" algn="ctr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Outcome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9B7E7F2-DF6B-4441-B0B1-7E87E29BA3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985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ED41522A-FBAF-4E5D-B592-F13855964E8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853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AA51069C-E1DC-44A0-A6A0-2A4AB0DD4D7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84044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42F6437E-5478-451F-9BE3-E8160EA435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589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25127DFD-53A7-41A8-B591-AEEC120380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45749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89258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 40 Vertical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76D43D-0DDD-4BAD-8213-BDBF75C3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6118" y="4338116"/>
            <a:ext cx="1083976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6D3ACF3-E1F5-4332-9836-C8E6C46591B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43438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F8FE7-66F4-4586-B49B-61E115ED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5B890-F885-418C-9812-59970CAC6B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21507-88DE-417D-8076-D9152E1E1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C7DDD-6F93-45F8-AFD6-95AA051FE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CD6042-5DF4-4624-BC32-25F68745304A}"/>
              </a:ext>
            </a:extLst>
          </p:cNvPr>
          <p:cNvSpPr/>
          <p:nvPr userDrawn="1"/>
        </p:nvSpPr>
        <p:spPr>
          <a:xfrm rot="5400000">
            <a:off x="8220300" y="371700"/>
            <a:ext cx="4343400" cy="3600000"/>
          </a:xfrm>
          <a:custGeom>
            <a:avLst/>
            <a:gdLst>
              <a:gd name="connsiteX0" fmla="*/ 0 w 4343400"/>
              <a:gd name="connsiteY0" fmla="*/ 3600000 h 3600000"/>
              <a:gd name="connsiteX1" fmla="*/ 0 w 4343400"/>
              <a:gd name="connsiteY1" fmla="*/ 0 h 3600000"/>
              <a:gd name="connsiteX2" fmla="*/ 180000 w 4343400"/>
              <a:gd name="connsiteY2" fmla="*/ 0 h 3600000"/>
              <a:gd name="connsiteX3" fmla="*/ 4343400 w 4343400"/>
              <a:gd name="connsiteY3" fmla="*/ 0 h 3600000"/>
              <a:gd name="connsiteX4" fmla="*/ 4343400 w 4343400"/>
              <a:gd name="connsiteY4" fmla="*/ 180000 h 3600000"/>
              <a:gd name="connsiteX5" fmla="*/ 180000 w 4343400"/>
              <a:gd name="connsiteY5" fmla="*/ 180000 h 3600000"/>
              <a:gd name="connsiteX6" fmla="*/ 180000 w 43434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34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4343400" y="0"/>
                </a:lnTo>
                <a:lnTo>
                  <a:pt x="43434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94759C-286C-4281-B194-581C766EEF28}"/>
              </a:ext>
            </a:extLst>
          </p:cNvPr>
          <p:cNvSpPr/>
          <p:nvPr userDrawn="1"/>
        </p:nvSpPr>
        <p:spPr>
          <a:xfrm rot="5400000">
            <a:off x="9134700" y="3800700"/>
            <a:ext cx="2514600" cy="3600000"/>
          </a:xfrm>
          <a:custGeom>
            <a:avLst/>
            <a:gdLst>
              <a:gd name="connsiteX0" fmla="*/ 0 w 2514600"/>
              <a:gd name="connsiteY0" fmla="*/ 180000 h 3600000"/>
              <a:gd name="connsiteX1" fmla="*/ 0 w 2514600"/>
              <a:gd name="connsiteY1" fmla="*/ 0 h 3600000"/>
              <a:gd name="connsiteX2" fmla="*/ 2334600 w 2514600"/>
              <a:gd name="connsiteY2" fmla="*/ 0 h 3600000"/>
              <a:gd name="connsiteX3" fmla="*/ 2514600 w 2514600"/>
              <a:gd name="connsiteY3" fmla="*/ 0 h 3600000"/>
              <a:gd name="connsiteX4" fmla="*/ 2514600 w 2514600"/>
              <a:gd name="connsiteY4" fmla="*/ 180000 h 3600000"/>
              <a:gd name="connsiteX5" fmla="*/ 2514600 w 2514600"/>
              <a:gd name="connsiteY5" fmla="*/ 3600000 h 3600000"/>
              <a:gd name="connsiteX6" fmla="*/ 2334600 w 2514600"/>
              <a:gd name="connsiteY6" fmla="*/ 3600000 h 3600000"/>
              <a:gd name="connsiteX7" fmla="*/ 2334600 w 25146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3600000">
                <a:moveTo>
                  <a:pt x="0" y="180000"/>
                </a:moveTo>
                <a:lnTo>
                  <a:pt x="0" y="0"/>
                </a:lnTo>
                <a:lnTo>
                  <a:pt x="2334600" y="0"/>
                </a:lnTo>
                <a:lnTo>
                  <a:pt x="2514600" y="0"/>
                </a:lnTo>
                <a:lnTo>
                  <a:pt x="2514600" y="180000"/>
                </a:lnTo>
                <a:lnTo>
                  <a:pt x="2514600" y="3600000"/>
                </a:lnTo>
                <a:lnTo>
                  <a:pt x="2334600" y="3600000"/>
                </a:lnTo>
                <a:lnTo>
                  <a:pt x="23346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7894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E6622698-E93D-4214-8C21-38DBE58C2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22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/>
              <a:t>Drag &amp; Drop Your </a:t>
            </a:r>
            <a:br>
              <a:rPr lang="en-US"/>
            </a:br>
            <a:r>
              <a:rPr lang="en-US"/>
              <a:t>Background Photo Here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06BC54-FE11-4237-96CC-8DA267DB5D7C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58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58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129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129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2000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92000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D854C-C76F-49BA-9E74-F438CA8EA9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058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D447D7D-C1F4-4AD4-AE22-EB8E7F1C41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7058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49DF703-38D0-4214-9432-83570E10EF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129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9EB6572-1A9F-4672-8E42-A4E15451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129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740EB70-455C-47FF-9A9A-0D78D202ED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2000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CD9A5773-4F50-4631-9B7A-0A2D83E5DC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92000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87598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5350A6A-6F84-47F4-AE00-8295D96D08C8}"/>
              </a:ext>
            </a:extLst>
          </p:cNvPr>
          <p:cNvSpPr/>
          <p:nvPr userDrawn="1"/>
        </p:nvSpPr>
        <p:spPr>
          <a:xfrm rot="5400000">
            <a:off x="8677500" y="3343500"/>
            <a:ext cx="3429000" cy="3600000"/>
          </a:xfrm>
          <a:custGeom>
            <a:avLst/>
            <a:gdLst>
              <a:gd name="connsiteX0" fmla="*/ 0 w 3429000"/>
              <a:gd name="connsiteY0" fmla="*/ 180000 h 3600000"/>
              <a:gd name="connsiteX1" fmla="*/ 0 w 3429000"/>
              <a:gd name="connsiteY1" fmla="*/ 0 h 3600000"/>
              <a:gd name="connsiteX2" fmla="*/ 3249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3429000 w 3429000"/>
              <a:gd name="connsiteY5" fmla="*/ 3600000 h 3600000"/>
              <a:gd name="connsiteX6" fmla="*/ 3249000 w 3429000"/>
              <a:gd name="connsiteY6" fmla="*/ 3600000 h 3600000"/>
              <a:gd name="connsiteX7" fmla="*/ 3249000 w 34290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00" h="3600000">
                <a:moveTo>
                  <a:pt x="0" y="180000"/>
                </a:moveTo>
                <a:lnTo>
                  <a:pt x="0" y="0"/>
                </a:lnTo>
                <a:lnTo>
                  <a:pt x="3249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3429000" y="3600000"/>
                </a:lnTo>
                <a:lnTo>
                  <a:pt x="3249000" y="3600000"/>
                </a:lnTo>
                <a:lnTo>
                  <a:pt x="32490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3429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2863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863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5432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432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000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8000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908907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71476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434044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EA98CFA-B2A7-4BCC-B1DC-01CFAD2DD65E}"/>
              </a:ext>
            </a:extLst>
          </p:cNvPr>
          <p:cNvSpPr/>
          <p:nvPr userDrawn="1"/>
        </p:nvSpPr>
        <p:spPr>
          <a:xfrm rot="5400000">
            <a:off x="8677500" y="-85500"/>
            <a:ext cx="3429000" cy="3600000"/>
          </a:xfrm>
          <a:custGeom>
            <a:avLst/>
            <a:gdLst>
              <a:gd name="connsiteX0" fmla="*/ 0 w 3429000"/>
              <a:gd name="connsiteY0" fmla="*/ 3600000 h 3600000"/>
              <a:gd name="connsiteX1" fmla="*/ 0 w 3429000"/>
              <a:gd name="connsiteY1" fmla="*/ 0 h 3600000"/>
              <a:gd name="connsiteX2" fmla="*/ 180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180000 w 3429000"/>
              <a:gd name="connsiteY5" fmla="*/ 180000 h 3600000"/>
              <a:gd name="connsiteX6" fmla="*/ 180000 w 34290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4259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752CBEE-7696-40FC-AB0E-8790B179D18C}"/>
              </a:ext>
            </a:extLst>
          </p:cNvPr>
          <p:cNvSpPr/>
          <p:nvPr userDrawn="1"/>
        </p:nvSpPr>
        <p:spPr>
          <a:xfrm rot="5400000">
            <a:off x="8188485" y="2854485"/>
            <a:ext cx="4407031" cy="3600000"/>
          </a:xfrm>
          <a:custGeom>
            <a:avLst/>
            <a:gdLst>
              <a:gd name="connsiteX0" fmla="*/ 0 w 4407031"/>
              <a:gd name="connsiteY0" fmla="*/ 180000 h 3600000"/>
              <a:gd name="connsiteX1" fmla="*/ 0 w 4407031"/>
              <a:gd name="connsiteY1" fmla="*/ 0 h 3600000"/>
              <a:gd name="connsiteX2" fmla="*/ 4227031 w 4407031"/>
              <a:gd name="connsiteY2" fmla="*/ 0 h 3600000"/>
              <a:gd name="connsiteX3" fmla="*/ 4407031 w 4407031"/>
              <a:gd name="connsiteY3" fmla="*/ 0 h 3600000"/>
              <a:gd name="connsiteX4" fmla="*/ 4407031 w 4407031"/>
              <a:gd name="connsiteY4" fmla="*/ 180000 h 3600000"/>
              <a:gd name="connsiteX5" fmla="*/ 4407031 w 4407031"/>
              <a:gd name="connsiteY5" fmla="*/ 3600000 h 3600000"/>
              <a:gd name="connsiteX6" fmla="*/ 4227031 w 4407031"/>
              <a:gd name="connsiteY6" fmla="*/ 3600000 h 3600000"/>
              <a:gd name="connsiteX7" fmla="*/ 4227031 w 4407031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7031" h="3600000">
                <a:moveTo>
                  <a:pt x="0" y="180000"/>
                </a:moveTo>
                <a:lnTo>
                  <a:pt x="0" y="0"/>
                </a:lnTo>
                <a:lnTo>
                  <a:pt x="4227031" y="0"/>
                </a:lnTo>
                <a:lnTo>
                  <a:pt x="4407031" y="0"/>
                </a:lnTo>
                <a:lnTo>
                  <a:pt x="4407031" y="180000"/>
                </a:lnTo>
                <a:lnTo>
                  <a:pt x="4407031" y="3600000"/>
                </a:lnTo>
                <a:lnTo>
                  <a:pt x="4227031" y="3600000"/>
                </a:lnTo>
                <a:lnTo>
                  <a:pt x="4227031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245140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9445125-53D2-43B3-8ABC-C88E463BE7DD}"/>
              </a:ext>
            </a:extLst>
          </p:cNvPr>
          <p:cNvSpPr/>
          <p:nvPr userDrawn="1"/>
        </p:nvSpPr>
        <p:spPr>
          <a:xfrm rot="5400000">
            <a:off x="9166516" y="-574515"/>
            <a:ext cx="2450969" cy="3600000"/>
          </a:xfrm>
          <a:custGeom>
            <a:avLst/>
            <a:gdLst>
              <a:gd name="connsiteX0" fmla="*/ 0 w 2450969"/>
              <a:gd name="connsiteY0" fmla="*/ 3600000 h 3600000"/>
              <a:gd name="connsiteX1" fmla="*/ 0 w 2450969"/>
              <a:gd name="connsiteY1" fmla="*/ 0 h 3600000"/>
              <a:gd name="connsiteX2" fmla="*/ 180000 w 2450969"/>
              <a:gd name="connsiteY2" fmla="*/ 0 h 3600000"/>
              <a:gd name="connsiteX3" fmla="*/ 2450969 w 2450969"/>
              <a:gd name="connsiteY3" fmla="*/ 0 h 3600000"/>
              <a:gd name="connsiteX4" fmla="*/ 2450969 w 2450969"/>
              <a:gd name="connsiteY4" fmla="*/ 180000 h 3600000"/>
              <a:gd name="connsiteX5" fmla="*/ 180000 w 2450969"/>
              <a:gd name="connsiteY5" fmla="*/ 180000 h 3600000"/>
              <a:gd name="connsiteX6" fmla="*/ 180000 w 2450969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969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2450969" y="0"/>
                </a:lnTo>
                <a:lnTo>
                  <a:pt x="2450969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75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Full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/>
              <a:t>Drag &amp; Drop Your </a:t>
            </a:r>
            <a:br>
              <a:rPr lang="en-US"/>
            </a:br>
            <a:r>
              <a:rPr lang="en-US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A18EF7D-14D0-4362-B8BD-722D3D54D4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3936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7FF01B-795B-4F5D-87AF-6CAA8DD5D48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F32FC1-1FF6-4874-9835-EB1A90F7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039E70-36A3-46C1-B30E-CA4CC0B36C5D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3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6858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8907576-77BD-4FD0-A9FE-48D249CB435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3794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3794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6363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6363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28931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28931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67711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30280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392848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E407FE5-15DF-40F7-B14C-0A04CC30CD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3794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7DD73F77-2E6A-450D-B4AF-8643D8AE1E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3794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F1CAED2-2A78-4780-A303-060C24C565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66363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4E77CA0B-49F8-4EE9-84A7-AB28FD1CC1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6363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D4F2294-CE3A-4705-BCB3-C5DAFA373C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8931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7B49F9AF-7698-444D-8D12-FA0B6A713E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28931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33" name="Picture Placeholder 25">
            <a:extLst>
              <a:ext uri="{FF2B5EF4-FFF2-40B4-BE49-F238E27FC236}">
                <a16:creationId xmlns:a16="http://schemas.microsoft.com/office/drawing/2014/main" id="{6057C2E9-1501-4819-B77D-23A0268DB0F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67711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4" name="Picture Placeholder 25">
            <a:extLst>
              <a:ext uri="{FF2B5EF4-FFF2-40B4-BE49-F238E27FC236}">
                <a16:creationId xmlns:a16="http://schemas.microsoft.com/office/drawing/2014/main" id="{C77B8544-1CEE-4ED4-89E8-ED04267380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30280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5" name="Picture Placeholder 25">
            <a:extLst>
              <a:ext uri="{FF2B5EF4-FFF2-40B4-BE49-F238E27FC236}">
                <a16:creationId xmlns:a16="http://schemas.microsoft.com/office/drawing/2014/main" id="{E1131D92-0382-469E-A358-A2EC5FDCCF3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92848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EBF36-B9CA-4962-B198-27B56B54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219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95500" y="1992933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Description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8EA298-DD21-4B69-8125-094245ED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4213" y="19929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/>
              <a:t>Place</a:t>
            </a:r>
            <a:br>
              <a:rPr lang="en-US"/>
            </a:br>
            <a:r>
              <a:rPr lang="en-US"/>
              <a:t>Your Image / Logo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C93EFCC-1E62-4200-9E96-2476EE2581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4213" y="34311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/>
              <a:t>Place</a:t>
            </a:r>
            <a:br>
              <a:rPr lang="en-US"/>
            </a:br>
            <a:r>
              <a:rPr lang="en-US"/>
              <a:t>Your Image / Logo Here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741D874-BD81-4469-AA1C-32517FD7C37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4213" y="48693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/>
              <a:t>Place</a:t>
            </a:r>
            <a:br>
              <a:rPr lang="en-US"/>
            </a:br>
            <a:r>
              <a:rPr lang="en-US"/>
              <a:t>Your Image / Logo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FB0B599-DDEF-43E9-A07F-FC328C595BC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095500" y="3422739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Description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3FF0857-6431-48DC-BE82-9A93C55CEFB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95500" y="4867850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11947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4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0" tIns="0" rIns="612000" anchor="ctr"/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Drag &amp; Drop Your </a:t>
            </a:r>
            <a:br>
              <a:rPr lang="en-US"/>
            </a:br>
            <a:r>
              <a:rPr lang="en-US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bIns="756000" anchor="ctr"/>
          <a:lstStyle>
            <a:lvl1pPr algn="l">
              <a:lnSpc>
                <a:spcPct val="65000"/>
              </a:lnSpc>
              <a:defRPr sz="8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Thank </a:t>
            </a:r>
            <a:br>
              <a:rPr lang="en-US"/>
            </a:br>
            <a:r>
              <a:rPr lang="en-US"/>
              <a:t>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9FD1A9-E34B-4888-90DE-493861AD7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7700" y="4508500"/>
            <a:ext cx="3314700" cy="3302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452AC72-D893-4C1A-83BD-9930164D89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7700" y="5180023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2EEC149-F1BE-4C36-A789-5BF73B40A2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7700" y="5683561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Phone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CC256E6-6AE8-4950-838C-BE638FB479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7700" y="4821910"/>
            <a:ext cx="3314700" cy="205029"/>
          </a:xfrm>
        </p:spPr>
        <p:txBody>
          <a:bodyPr anchor="t"/>
          <a:lstStyle>
            <a:lvl1pPr marL="0" indent="0">
              <a:buNone/>
              <a:defRPr sz="1000" i="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318579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5246D-ECE9-473C-953D-D56C3F7B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946F0-677D-45B4-83B9-FD3BD3FFC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1080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BE21-FA72-48F5-9A53-134902BF6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000" y="6192000"/>
            <a:ext cx="7560000" cy="36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79B29-5421-49A7-A511-D916B66A8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5764" y="6241764"/>
            <a:ext cx="270474" cy="270474"/>
          </a:xfrm>
          <a:prstGeom prst="ellipse">
            <a:avLst/>
          </a:prstGeom>
          <a:solidFill>
            <a:schemeClr val="accent1"/>
          </a:solidFill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7892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50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anose="020B0604020202020204" pitchFamily="34" charset="0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Tx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75000"/>
            <a:lumOff val="25000"/>
          </a:schemeClr>
        </a:buClr>
        <a:buSzPct val="80000"/>
        <a:buFont typeface="Courier New" panose="02070309020205020404" pitchFamily="49" charset="0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9060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ziprecruiter.com/Salaries/Computer-Science-Degree-Salary" TargetMode="Externa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aculty.utrgv.edu/marzieh.ayati/research.html" TargetMode="External"/><Relationship Id="rId2" Type="http://schemas.openxmlformats.org/officeDocument/2006/relationships/hyperlink" Target="https://miutrgv.github.io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sites.google.com/view/qilu/" TargetMode="External"/><Relationship Id="rId4" Type="http://schemas.openxmlformats.org/officeDocument/2006/relationships/hyperlink" Target="https://asarg.hackresearch.com/main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Doctor pointing on a large display">
            <a:extLst>
              <a:ext uri="{FF2B5EF4-FFF2-40B4-BE49-F238E27FC236}">
                <a16:creationId xmlns:a16="http://schemas.microsoft.com/office/drawing/2014/main" id="{8F02F647-7DBC-4618-AFF3-8CED69C5CD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8D8E648-93B0-47FF-A306-492EFF7FC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/>
              <a:t>Careers in</a:t>
            </a:r>
            <a:br>
              <a:rPr lang="en-US"/>
            </a:br>
            <a:r>
              <a:rPr lang="en-US"/>
              <a:t>Computer Science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4857D70-F12B-4E1B-99F8-92DAD4349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98" y="4276447"/>
            <a:ext cx="6889723" cy="620016"/>
          </a:xfrm>
          <a:gradFill>
            <a:gsLst>
              <a:gs pos="800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/>
          <a:p>
            <a:r>
              <a:rPr lang="en-US"/>
              <a:t>CSCI 1101 Introduction to Computer Science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C85C272F-FCB2-478D-9E03-EC734D1AB6C0}"/>
              </a:ext>
            </a:extLst>
          </p:cNvPr>
          <p:cNvSpPr/>
          <p:nvPr/>
        </p:nvSpPr>
        <p:spPr bwMode="white">
          <a:xfrm>
            <a:off x="3687084" y="3441536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136CB0-4ED9-43FA-81D5-6D322579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023" y="4896463"/>
            <a:ext cx="6586697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9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E6333D-C549-4A57-B609-2FA2E790D9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213" y="1405642"/>
            <a:ext cx="7559675" cy="4644171"/>
          </a:xfrm>
          <a:noFill/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There are many career options available to computer scientists and they aren’t always in software companies such as Twitter(X), Facebook, or Google.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Examples of non-software companies:</a:t>
            </a:r>
          </a:p>
          <a:p>
            <a:pPr marL="790575" lvl="1" indent="-342900">
              <a:buFont typeface="Arial" panose="020B0604020202020204" pitchFamily="34" charset="0"/>
              <a:buChar char="•"/>
            </a:pPr>
            <a:r>
              <a:rPr lang="en-US" sz="1800"/>
              <a:t>Amazon</a:t>
            </a:r>
          </a:p>
          <a:p>
            <a:pPr marL="790575" lvl="1" indent="-342900">
              <a:buFont typeface="Arial" panose="020B0604020202020204" pitchFamily="34" charset="0"/>
              <a:buChar char="•"/>
            </a:pPr>
            <a:r>
              <a:rPr lang="en-US" sz="1800"/>
              <a:t>Space X</a:t>
            </a:r>
          </a:p>
          <a:p>
            <a:pPr marL="790575" lvl="1" indent="-342900">
              <a:buFont typeface="Arial" panose="020B0604020202020204" pitchFamily="34" charset="0"/>
              <a:buChar char="•"/>
            </a:pPr>
            <a:r>
              <a:rPr lang="en-US" sz="1800"/>
              <a:t>Caterpillar Inc.</a:t>
            </a:r>
          </a:p>
          <a:p>
            <a:pPr marL="790575" lvl="1" indent="-342900">
              <a:buFont typeface="Arial" panose="020B0604020202020204" pitchFamily="34" charset="0"/>
              <a:buChar char="•"/>
            </a:pPr>
            <a:r>
              <a:rPr lang="en-US" sz="1800"/>
              <a:t>General Motors</a:t>
            </a:r>
          </a:p>
          <a:p>
            <a:pPr marL="790575" lvl="1" indent="-342900">
              <a:buFont typeface="Arial" panose="020B0604020202020204" pitchFamily="34" charset="0"/>
              <a:buChar char="•"/>
            </a:pPr>
            <a:r>
              <a:rPr lang="en-US" sz="1800"/>
              <a:t>Bank of America</a:t>
            </a:r>
          </a:p>
          <a:p>
            <a:pPr marL="790575" lvl="1" indent="-342900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6B3C27-6F19-41D2-88CA-8A7CFB28C1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A0D72C-D227-4776-9E3B-8D09F58D1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Career options in cs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16593983-AEC5-4450-A5CD-B66EE3F91D94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3599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BED562-559A-82DE-B31D-40C82C7219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213" y="1405642"/>
            <a:ext cx="7559675" cy="46441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Software Developer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Software Engineer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Web Developer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Game Developer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UI/UX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Security Analyst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Database Engineer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AI Developer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/>
              <a:t>And many more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C16FDC-6C7C-C932-B638-606D3D42D5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A548FD-D548-1139-9067-DD67D5BE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Careers in cs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7B197854-5EAE-463B-6DD9-651D932EA406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3443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BED562-559A-82DE-B31D-40C82C7219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213" y="1405642"/>
            <a:ext cx="7559675" cy="46441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3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https://www.ziprecruiter.com/Salaries/Computer-Science-Degree-Salary</a:t>
            </a:r>
            <a:r>
              <a:rPr lang="en-US" b="1"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C16FDC-6C7C-C932-B638-606D3D42D5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A548FD-D548-1139-9067-DD67D5BE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Salaries for cs majors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7B197854-5EAE-463B-6DD9-651D932EA406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 descr="A map of the united states with blue bars and text&#10;&#10;Description automatically generated">
            <a:extLst>
              <a:ext uri="{FF2B5EF4-FFF2-40B4-BE49-F238E27FC236}">
                <a16:creationId xmlns:a16="http://schemas.microsoft.com/office/drawing/2014/main" id="{FFDDF0C3-F765-DB7C-9484-53BA3CEA1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869" y="2141884"/>
            <a:ext cx="8464216" cy="444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93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BED562-559A-82DE-B31D-40C82C7219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213" y="1405642"/>
            <a:ext cx="7559675" cy="46441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Software developers design specific computer systems and application software. Software engineers work on a larger scale to design, develop, and test entire computer systems and application software for a company or organization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Software development is a subset of software engineering.</a:t>
            </a:r>
            <a:endParaRPr lang="en-US" b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C16FDC-6C7C-C932-B638-606D3D42D5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A548FD-D548-1139-9067-DD67D5BE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 developer  v.  engineer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7B197854-5EAE-463B-6DD9-651D932EA406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7734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BED562-559A-82DE-B31D-40C82C7219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213" y="1405642"/>
            <a:ext cx="7559675" cy="46441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effectLst/>
              </a:rPr>
              <a:t>User experience (UX) </a:t>
            </a:r>
            <a:r>
              <a:rPr lang="en-US" b="0">
                <a:effectLst/>
              </a:rPr>
              <a:t>refers to the user’s journey when interacting with a product or service. UX design is the process of creating products or services that provide meaningful experiences for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effectLst/>
              </a:rPr>
              <a:t>User Interphase (UI) </a:t>
            </a:r>
            <a:r>
              <a:rPr lang="en-US" b="0">
                <a:effectLst/>
              </a:rPr>
              <a:t>design refers to the interfaces with which users engage. The UI design process may include buttons or widgets, text, images, sliders, and other interactive elements.</a:t>
            </a:r>
            <a:endParaRPr lang="en-US" b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C16FDC-6C7C-C932-B638-606D3D42D5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A548FD-D548-1139-9067-DD67D5BE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Ui/</a:t>
            </a:r>
            <a:r>
              <a:rPr lang="en-US" err="1"/>
              <a:t>ux</a:t>
            </a:r>
            <a:r>
              <a:rPr lang="en-US"/>
              <a:t> designer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7B197854-5EAE-463B-6DD9-651D932EA406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8737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BED562-559A-82DE-B31D-40C82C7219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213" y="1405642"/>
            <a:ext cx="7559675" cy="46441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Web developers usually fall under one of three categories: </a:t>
            </a:r>
            <a:r>
              <a:rPr lang="en-US" b="1"/>
              <a:t>back-end</a:t>
            </a:r>
            <a:r>
              <a:rPr lang="en-US"/>
              <a:t> developers, </a:t>
            </a:r>
            <a:r>
              <a:rPr lang="en-US" b="1"/>
              <a:t>front-end</a:t>
            </a:r>
            <a:r>
              <a:rPr lang="en-US"/>
              <a:t> developers, and </a:t>
            </a:r>
            <a:r>
              <a:rPr lang="en-US" b="1"/>
              <a:t>full-stack</a:t>
            </a:r>
            <a:r>
              <a:rPr lang="en-US"/>
              <a:t> developers. Some web developers also work as webmasters.</a:t>
            </a:r>
            <a:endParaRPr lang="en-US" b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C16FDC-6C7C-C932-B638-606D3D42D5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A548FD-D548-1139-9067-DD67D5BE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 developer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7B197854-5EAE-463B-6DD9-651D932EA406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197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BED562-559A-82DE-B31D-40C82C7219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213" y="1405642"/>
            <a:ext cx="7559675" cy="46441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Game developers typically play a role in several elements of game development, including </a:t>
            </a:r>
            <a:r>
              <a:rPr lang="en-US" b="1"/>
              <a:t>visuals</a:t>
            </a:r>
            <a:r>
              <a:rPr lang="en-US"/>
              <a:t>, artificial intelligence (</a:t>
            </a:r>
            <a:r>
              <a:rPr lang="en-US" b="1"/>
              <a:t>AI</a:t>
            </a:r>
            <a:r>
              <a:rPr lang="en-US"/>
              <a:t>), </a:t>
            </a:r>
            <a:r>
              <a:rPr lang="en-US" b="1"/>
              <a:t>UI</a:t>
            </a:r>
            <a:r>
              <a:rPr lang="en-US"/>
              <a:t>, and </a:t>
            </a:r>
            <a:r>
              <a:rPr lang="en-US" b="1"/>
              <a:t>game logic</a:t>
            </a:r>
            <a:r>
              <a:rPr lang="en-US"/>
              <a:t>. Game developers take the game designers' designs, storyboards, and ideas and use them as blueprints to bring the game to life as something gamers can actually play.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3">
                    <a:lumMod val="75000"/>
                    <a:lumOff val="25000"/>
                  </a:schemeClr>
                </a:solidFill>
              </a:rPr>
              <a:t>https://</a:t>
            </a:r>
            <a:r>
              <a:rPr lang="en-US" b="1" err="1">
                <a:solidFill>
                  <a:schemeClr val="accent3">
                    <a:lumMod val="75000"/>
                    <a:lumOff val="25000"/>
                  </a:schemeClr>
                </a:solidFill>
              </a:rPr>
              <a:t>youtu.be</a:t>
            </a:r>
            <a:r>
              <a:rPr lang="en-US" b="1">
                <a:solidFill>
                  <a:schemeClr val="accent3">
                    <a:lumMod val="75000"/>
                    <a:lumOff val="25000"/>
                  </a:schemeClr>
                </a:solidFill>
              </a:rPr>
              <a:t>/_tE4phLuGyA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C16FDC-6C7C-C932-B638-606D3D42D5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A548FD-D548-1139-9067-DD67D5BE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Game developer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7B197854-5EAE-463B-6DD9-651D932EA406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1337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BED562-559A-82DE-B31D-40C82C7219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213" y="1405642"/>
            <a:ext cx="7559675" cy="46441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Database engineers </a:t>
            </a:r>
            <a:r>
              <a:rPr lang="en-US" b="1"/>
              <a:t>design and maintain </a:t>
            </a:r>
            <a:r>
              <a:rPr lang="en-US"/>
              <a:t>databases, </a:t>
            </a:r>
            <a:r>
              <a:rPr lang="en-US" b="1"/>
              <a:t>increase data storage</a:t>
            </a:r>
            <a:r>
              <a:rPr lang="en-US"/>
              <a:t> capacity, and </a:t>
            </a:r>
            <a:r>
              <a:rPr lang="en-US" b="1"/>
              <a:t>troubleshoot</a:t>
            </a:r>
            <a:r>
              <a:rPr lang="en-US"/>
              <a:t> database functionality issues. They also review database performance and user reports.</a:t>
            </a:r>
            <a:endParaRPr lang="en-US" b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C16FDC-6C7C-C932-B638-606D3D42D5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A548FD-D548-1139-9067-DD67D5BE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 engineer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7B197854-5EAE-463B-6DD9-651D932EA406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4366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BED562-559A-82DE-B31D-40C82C7219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213" y="1405642"/>
            <a:ext cx="7559675" cy="46441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/>
              <a:t>Security analysts</a:t>
            </a:r>
            <a:r>
              <a:rPr lang="en-US"/>
              <a:t> identify and correct flaws in the company’s security systems, solutions, and programs while recommending specific measures that can improve the company’s overall security posture.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C16FDC-6C7C-C932-B638-606D3D42D5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A548FD-D548-1139-9067-DD67D5BE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analyst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7B197854-5EAE-463B-6DD9-651D932EA406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2771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BED562-559A-82DE-B31D-40C82C7219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213" y="1405642"/>
            <a:ext cx="7559675" cy="46441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/>
              <a:t>Machine Learning: </a:t>
            </a:r>
            <a:r>
              <a:rPr lang="en-US" b="1">
                <a:solidFill>
                  <a:schemeClr val="accent3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https://miutrgv.github.io/</a:t>
            </a:r>
            <a:r>
              <a:rPr lang="en-US" b="1"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/>
              <a:t>Bioinformatics: </a:t>
            </a:r>
            <a:r>
              <a:rPr lang="en-US" b="1">
                <a:solidFill>
                  <a:schemeClr val="accent3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https://faculty.utrgv.edu/marzieh.ayati/research.html</a:t>
            </a:r>
            <a:endParaRPr lang="en-US" b="1">
              <a:solidFill>
                <a:schemeClr val="accent3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/>
              <a:t>Algorithms &amp; Theory: </a:t>
            </a:r>
            <a:r>
              <a:rPr lang="en-US" b="1">
                <a:solidFill>
                  <a:schemeClr val="accent3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https://asarg.hackresearch.com/main/</a:t>
            </a:r>
            <a:r>
              <a:rPr lang="en-US" b="1"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/>
              <a:t>Robotics: </a:t>
            </a:r>
            <a:r>
              <a:rPr lang="en-US" b="1">
                <a:solidFill>
                  <a:schemeClr val="accent3">
                    <a:lumMod val="75000"/>
                    <a:lumOff val="2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https://sites.google.com/view/qilu/</a:t>
            </a:r>
            <a:r>
              <a:rPr lang="en-US" b="1">
                <a:solidFill>
                  <a:schemeClr val="accent3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C16FDC-6C7C-C932-B638-606D3D42D5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A548FD-D548-1139-9067-DD67D5BE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Career in Research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7B197854-5EAE-463B-6DD9-651D932EA406}"/>
              </a:ext>
            </a:extLst>
          </p:cNvPr>
          <p:cNvSpPr/>
          <p:nvPr/>
        </p:nvSpPr>
        <p:spPr bwMode="white">
          <a:xfrm flipV="1">
            <a:off x="722099" y="12770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845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A97286-AC72-0A4F-E486-E04D0F8094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AE0E48-88CA-3C15-A8A1-57A6500607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851002-0980-62B0-166A-FD6FAC668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Kahoot  Time!!!</a:t>
            </a:r>
          </a:p>
        </p:txBody>
      </p:sp>
    </p:spTree>
    <p:extLst>
      <p:ext uri="{BB962C8B-B14F-4D97-AF65-F5344CB8AC3E}">
        <p14:creationId xmlns:p14="http://schemas.microsoft.com/office/powerpoint/2010/main" val="491829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191A78D-5498-1169-C264-10ED8C4D6D2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Placeholder 9" descr="Worm view of buildings">
            <a:extLst>
              <a:ext uri="{FF2B5EF4-FFF2-40B4-BE49-F238E27FC236}">
                <a16:creationId xmlns:a16="http://schemas.microsoft.com/office/drawing/2014/main" id="{CAB75C72-303F-8123-54B9-CC22512D66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-2"/>
            <a:ext cx="12200675" cy="6857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AF39051-1049-4508-8373-6A289966A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399" y="2238573"/>
            <a:ext cx="10629202" cy="119042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3D4E81F-2B6F-B835-2DB5-08C4565CA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674" y="-5"/>
            <a:ext cx="9672000" cy="6857999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2D7851E8-1907-4C8A-A16F-E461B5BFA940}"/>
              </a:ext>
            </a:extLst>
          </p:cNvPr>
          <p:cNvSpPr/>
          <p:nvPr/>
        </p:nvSpPr>
        <p:spPr bwMode="white">
          <a:xfrm flipV="1">
            <a:off x="1193411" y="3870690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6954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 Healthcare Pitch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MS Healthcare Pitch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/>
            </a:gs>
            <a:gs pos="100000">
              <a:schemeClr val="accent2"/>
            </a:gs>
          </a:gsLst>
          <a:lin ang="144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MB Healthcare Pitch Deck SB_v3" id="{F20654C3-30CB-4A23-AE37-CA3918CCFD51}" vid="{71C4247B-9648-406B-9B0E-E71240279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4BDB64-2AF8-42D4-96C8-B6B6F098993C}">
  <ds:schemaRefs>
    <ds:schemaRef ds:uri="16c05727-aa75-4e4a-9b5f-8a80a1165891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33BAED8-F9E7-4D41-86E9-333473F909FD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C66BDC7-24D2-4343-8D41-18F9C23F86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Healthcare office pitch deck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Careers in Computer Science</vt:lpstr>
      <vt:lpstr>Career options in cs</vt:lpstr>
      <vt:lpstr>Careers in cs</vt:lpstr>
      <vt:lpstr>Salaries for cs majors</vt:lpstr>
      <vt:lpstr>Software  developer  v.  engineer</vt:lpstr>
      <vt:lpstr>Ui/ux designer</vt:lpstr>
      <vt:lpstr>Web developer</vt:lpstr>
      <vt:lpstr>Game developer</vt:lpstr>
      <vt:lpstr>Database engineer</vt:lpstr>
      <vt:lpstr>Security analyst</vt:lpstr>
      <vt:lpstr>Career in Research</vt:lpstr>
      <vt:lpstr>Kahoot  Time!!!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Careers in Computer Science</dc:title>
  <dc:creator>Joselito Guardado</dc:creator>
  <cp:revision>1</cp:revision>
  <dcterms:created xsi:type="dcterms:W3CDTF">2023-09-13T02:29:34Z</dcterms:created>
  <dcterms:modified xsi:type="dcterms:W3CDTF">2025-02-03T21:21:50Z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